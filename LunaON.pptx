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removePersonalInfoOnSave="1" embedTrueTypeFonts="1" saveSubsetFonts="1">
  <p:sldMasterIdLst>
    <p:sldMasterId id="2147483665" r:id="rId1"/>
  </p:sldMasterIdLst>
  <p:notesMasterIdLst>
    <p:notesMasterId r:id="rId18"/>
  </p:notesMasterIdLst>
  <p:handoutMasterIdLst>
    <p:handoutMasterId r:id="rId19"/>
  </p:handout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8288000" cy="10287000"/>
  <p:notesSz cx="6858000" cy="9144000"/>
  <p:embeddedFontLst>
    <p:embeddedFont>
      <p:font typeface="Pretendard" panose="02000503000000020004" pitchFamily="2" charset="-127"/>
      <p:regular r:id="rId20"/>
      <p:bold r:id="rId21"/>
    </p:embeddedFont>
    <p:embeddedFont>
      <p:font typeface="맑은 고딕" panose="020B0503020000020004" pitchFamily="50" charset="-127"/>
      <p:regular r:id="rId22"/>
      <p:bold r:id="rId23"/>
    </p:embeddedFont>
    <p:embeddedFont>
      <p:font typeface="Pretendard Black" panose="02000A03000000020004" pitchFamily="2" charset="-127"/>
      <p:bold r:id="rId2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58">
          <p15:clr>
            <a:srgbClr val="A4A3A4"/>
          </p15:clr>
        </p15:guide>
        <p15:guide id="2" pos="2878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63D6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 snapToObjects="1">
      <p:cViewPr varScale="1">
        <p:scale>
          <a:sx n="71" d="100"/>
          <a:sy n="71" d="100"/>
        </p:scale>
        <p:origin x="636" y="66"/>
      </p:cViewPr>
      <p:guideLst>
        <p:guide orient="horz" pos="2158"/>
        <p:guide pos="2878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notesViewPr>
    <p:cSldViewPr snapToObjects="1">
      <p:cViewPr varScale="1">
        <p:scale>
          <a:sx n="85" d="100"/>
          <a:sy n="85" d="100"/>
        </p:scale>
        <p:origin x="3804" y="84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font" Target="fonts/font2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1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5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4.fntdata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3.fntdata"/><Relationship Id="rId27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56E4053-AE26-46B4-B7A6-E25269AF87CA}" type="datetimeFigureOut">
              <a:rPr lang="ko-KR" altLang="en-US" smtClean="0"/>
              <a:t>2025-06-18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D7018D8-8CE9-48F8-B85E-17C0F4DF285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2944629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A830D58-093B-48AA-A1CA-033B4771725D}" type="datetimeFigureOut">
              <a:rPr lang="ko-KR" altLang="en-US" smtClean="0"/>
              <a:t>2025-06-18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30CE666-DAEC-4BCF-B958-675A455FC7C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7955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2286000" y="1684338"/>
            <a:ext cx="13716000" cy="35814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2286000" y="5403850"/>
            <a:ext cx="13716000" cy="2482850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smtClean="0"/>
              <a:t>클릭하여 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8302EE-1E6F-453E-AEF3-E1A940FBAA07}" type="datetime1">
              <a:rPr lang="en-US" altLang="ko-KR" smtClean="0"/>
              <a:t>6/18/2025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9B3041-8F03-4D52-94EF-2A7482F82C8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784792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A57D1A-1456-45ED-B33C-4E96853E1D07}" type="datetime1">
              <a:rPr lang="en-US" altLang="ko-KR" smtClean="0"/>
              <a:t>6/18/2025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9B3041-8F03-4D52-94EF-2A7482F82C8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410180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247775" y="2565400"/>
            <a:ext cx="15773400" cy="4278313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1247775" y="6884988"/>
            <a:ext cx="15773400" cy="22494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4886A4-B01E-4AF8-AAB4-609065645DE8}" type="datetime1">
              <a:rPr lang="en-US" altLang="ko-KR" smtClean="0"/>
              <a:t>6/18/2025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9B3041-8F03-4D52-94EF-2A7482F82C8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701042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1257300" y="2738438"/>
            <a:ext cx="7810500" cy="6527800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9220200" y="2738438"/>
            <a:ext cx="7810500" cy="6527800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4F2971-3D3E-48EC-AA3B-D0D8EB176C19}" type="datetime1">
              <a:rPr lang="en-US" altLang="ko-KR" smtClean="0"/>
              <a:t>6/18/2025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9B3041-8F03-4D52-94EF-2A7482F82C8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246404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260475" y="547688"/>
            <a:ext cx="15773400" cy="1989137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1260475" y="2522538"/>
            <a:ext cx="7735888" cy="123507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dirty="0" smtClean="0"/>
              <a:t>마스터 텍스트 스타일 편집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1260475" y="3757613"/>
            <a:ext cx="7735888" cy="5527675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9258300" y="2522538"/>
            <a:ext cx="7775575" cy="123507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9258300" y="3757613"/>
            <a:ext cx="7775575" cy="5527675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167BB4-F3EA-41E0-998A-73A68DECBE0D}" type="datetime1">
              <a:rPr lang="en-US" altLang="ko-KR" smtClean="0"/>
              <a:t>6/18/2025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9B3041-8F03-4D52-94EF-2A7482F82C8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404149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0FC77D-009F-4206-853F-F44DF035CBF0}" type="datetime1">
              <a:rPr lang="en-US" altLang="ko-KR" smtClean="0"/>
              <a:t>6/18/2025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9B3041-8F03-4D52-94EF-2A7482F82C8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83379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E0C186-297F-4EA5-BA15-8CE6025A8C8A}" type="datetime1">
              <a:rPr lang="en-US" altLang="ko-KR" smtClean="0"/>
              <a:t>6/18/2025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9B3041-8F03-4D52-94EF-2A7482F82C8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882655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260475" y="685800"/>
            <a:ext cx="5897563" cy="24003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7775575" y="1481138"/>
            <a:ext cx="9258300" cy="7310437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260475" y="3086100"/>
            <a:ext cx="5897563" cy="571817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8C1427-1E01-4407-9676-56CDA5785A74}" type="datetime1">
              <a:rPr lang="en-US" altLang="ko-KR" smtClean="0"/>
              <a:t>6/18/2025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9B3041-8F03-4D52-94EF-2A7482F82C8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744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260475" y="685800"/>
            <a:ext cx="5897563" cy="24003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7775575" y="1481138"/>
            <a:ext cx="9258300" cy="7310437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260475" y="3086100"/>
            <a:ext cx="5897563" cy="571817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0CCF79-9C8C-40FF-BEF3-31A84F4B2498}" type="datetime1">
              <a:rPr lang="en-US" altLang="ko-KR" smtClean="0"/>
              <a:t>6/18/2025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9B3041-8F03-4D52-94EF-2A7482F82C8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864056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2300C0-FB49-4F06-B6E0-389444F6F906}" type="datetime1">
              <a:rPr lang="en-US" altLang="ko-KR" smtClean="0"/>
              <a:t>6/18/2025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9B3041-8F03-4D52-94EF-2A7482F82C8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991885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13087350" y="547688"/>
            <a:ext cx="3943350" cy="8718550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1257300" y="547688"/>
            <a:ext cx="11677650" cy="8718550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78E269-8829-4867-9AC5-6624F0F38455}" type="datetime1">
              <a:rPr lang="en-US" altLang="ko-KR" smtClean="0"/>
              <a:t>6/18/2025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9B3041-8F03-4D52-94EF-2A7482F82C8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9858678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FC416F-64A1-41DA-B7F6-7EFC49055C04}" type="datetime1">
              <a:rPr lang="en-US" altLang="ko-KR" smtClean="0"/>
              <a:t>6/18/2025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3"/>
          <p:cNvSpPr>
            <a:spLocks noGrp="1"/>
          </p:cNvSpPr>
          <p:nvPr>
            <p:ph type="sldNum" sz="quarter" idx="4"/>
          </p:nvPr>
        </p:nvSpPr>
        <p:spPr>
          <a:xfrm>
            <a:off x="12420600" y="9709149"/>
            <a:ext cx="5321300" cy="463551"/>
          </a:xfrm>
          <a:prstGeom prst="rect">
            <a:avLst/>
          </a:prstGeom>
        </p:spPr>
        <p:txBody>
          <a:bodyPr anchor="ctr"/>
          <a:lstStyle>
            <a:lvl1pPr algn="r">
              <a:defRPr sz="1600">
                <a:solidFill>
                  <a:srgbClr val="363D6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</a:lstStyle>
          <a:p>
            <a:r>
              <a:rPr lang="en-US" dirty="0" smtClean="0"/>
              <a:t>Luna ON PortFolio </a:t>
            </a:r>
            <a:fld id="{B6F15528-21DE-4FAA-801E-634DDDAF4B2B}" type="slidenum">
              <a:rPr lang="en-US" smtClean="0">
                <a:latin typeface="Pretendard Black" panose="02000A03000000020004" pitchFamily="2" charset="-127"/>
                <a:ea typeface="Pretendard Black" panose="02000A03000000020004" pitchFamily="2" charset="-127"/>
                <a:cs typeface="Pretendard Black" panose="02000A03000000020004" pitchFamily="2" charset="-127"/>
              </a:rPr>
              <a:pPr/>
              <a:t>‹#›</a:t>
            </a:fld>
            <a:endParaRPr lang="en-US" dirty="0">
              <a:latin typeface="Pretendard Black" panose="02000A03000000020004" pitchFamily="2" charset="-127"/>
              <a:ea typeface="Pretendard Black" panose="02000A03000000020004" pitchFamily="2" charset="-127"/>
              <a:cs typeface="Pretendard Black" panose="02000A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8103406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1257300" y="547688"/>
            <a:ext cx="15773400" cy="198913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dirty="0" smtClean="0"/>
              <a:t>마스터 제목 스타일 편집</a:t>
            </a:r>
            <a:endParaRPr lang="ko-KR" altLang="en-US" dirty="0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1257300" y="2738438"/>
            <a:ext cx="15773400" cy="6527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 smtClean="0"/>
              <a:t>마스터 텍스트 스타일 편집</a:t>
            </a:r>
          </a:p>
          <a:p>
            <a:pPr lvl="1"/>
            <a:r>
              <a:rPr lang="ko-KR" altLang="en-US" dirty="0" smtClean="0"/>
              <a:t>둘째 수준</a:t>
            </a:r>
          </a:p>
          <a:p>
            <a:pPr lvl="2"/>
            <a:r>
              <a:rPr lang="ko-KR" altLang="en-US" dirty="0" smtClean="0"/>
              <a:t>셋째 수준</a:t>
            </a:r>
          </a:p>
          <a:p>
            <a:pPr lvl="3"/>
            <a:r>
              <a:rPr lang="ko-KR" altLang="en-US" dirty="0" smtClean="0"/>
              <a:t>넷째 수준</a:t>
            </a:r>
          </a:p>
          <a:p>
            <a:pPr lvl="4"/>
            <a:r>
              <a:rPr lang="ko-KR" altLang="en-US" dirty="0" smtClean="0"/>
              <a:t>다섯째 수준</a:t>
            </a:r>
            <a:endParaRPr lang="ko-KR" altLang="en-US" dirty="0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1257300" y="9534525"/>
            <a:ext cx="41148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234C34C-B84C-4084-A638-D58AB91979D3}" type="datetime1">
              <a:rPr lang="en-US" altLang="ko-KR" smtClean="0"/>
              <a:t>6/18/2025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6057900" y="9534525"/>
            <a:ext cx="61722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12915900" y="9534525"/>
            <a:ext cx="41148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99B3041-8F03-4D52-94EF-2A7482F82C8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635236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6" r:id="rId1"/>
    <p:sldLayoutId id="2147483667" r:id="rId2"/>
    <p:sldLayoutId id="2147483668" r:id="rId3"/>
    <p:sldLayoutId id="2147483669" r:id="rId4"/>
    <p:sldLayoutId id="2147483670" r:id="rId5"/>
    <p:sldLayoutId id="2147483671" r:id="rId6"/>
    <p:sldLayoutId id="2147483672" r:id="rId7"/>
    <p:sldLayoutId id="2147483673" r:id="rId8"/>
    <p:sldLayoutId id="2147483674" r:id="rId9"/>
    <p:sldLayoutId id="2147483675" r:id="rId10"/>
    <p:sldLayoutId id="2147483676" r:id="rId11"/>
    <p:sldLayoutId id="2147483677" r:id="rId12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2.xml"/><Relationship Id="rId5" Type="http://schemas.openxmlformats.org/officeDocument/2006/relationships/hyperlink" Target="https://youtu.be/WBD_81g0HHI" TargetMode="External"/><Relationship Id="rId4" Type="http://schemas.openxmlformats.org/officeDocument/2006/relationships/hyperlink" Target="https://github.com/xxxuug/LunaON.git" TargetMode="Externa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Relationship Id="rId9" Type="http://schemas.openxmlformats.org/officeDocument/2006/relationships/image" Target="../media/image1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7" Type="http://schemas.openxmlformats.org/officeDocument/2006/relationships/image" Target="../media/image27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png"/><Relationship Id="rId3" Type="http://schemas.openxmlformats.org/officeDocument/2006/relationships/image" Target="../media/image28.png"/><Relationship Id="rId7" Type="http://schemas.openxmlformats.org/officeDocument/2006/relationships/image" Target="../media/image32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31.png"/><Relationship Id="rId5" Type="http://schemas.openxmlformats.org/officeDocument/2006/relationships/image" Target="../media/image30.png"/><Relationship Id="rId4" Type="http://schemas.openxmlformats.org/officeDocument/2006/relationships/image" Target="../media/image29.png"/><Relationship Id="rId9" Type="http://schemas.openxmlformats.org/officeDocument/2006/relationships/image" Target="../media/image34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.png"/><Relationship Id="rId3" Type="http://schemas.openxmlformats.org/officeDocument/2006/relationships/image" Target="../media/image35.png"/><Relationship Id="rId7" Type="http://schemas.openxmlformats.org/officeDocument/2006/relationships/image" Target="../media/image38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37.png"/><Relationship Id="rId5" Type="http://schemas.openxmlformats.org/officeDocument/2006/relationships/image" Target="../media/image36.png"/><Relationship Id="rId4" Type="http://schemas.openxmlformats.org/officeDocument/2006/relationships/image" Target="../media/image3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41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43.png"/><Relationship Id="rId4" Type="http://schemas.openxmlformats.org/officeDocument/2006/relationships/image" Target="../media/image42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4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63D6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2700"/>
            <a:ext cx="18288000" cy="10579100"/>
          </a:xfrm>
          <a:prstGeom prst="rect">
            <a:avLst/>
          </a:prstGeom>
        </p:spPr>
      </p:pic>
      <p:sp>
        <p:nvSpPr>
          <p:cNvPr id="3" name="TextBox 3"/>
          <p:cNvSpPr txBox="1"/>
          <p:nvPr/>
        </p:nvSpPr>
        <p:spPr>
          <a:xfrm>
            <a:off x="2565400" y="2857500"/>
            <a:ext cx="13157200" cy="3781985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en-US" sz="11000" b="1" i="0" u="none" strike="noStrike" spc="100" dirty="0">
                <a:solidFill>
                  <a:srgbClr val="FFFFFF"/>
                </a:solidFill>
                <a:latin typeface="Pretendard Black" panose="02000A03000000020004" pitchFamily="2" charset="-127"/>
                <a:ea typeface="Pretendard Black" panose="02000A03000000020004" pitchFamily="2" charset="-127"/>
                <a:cs typeface="Pretendard Black" panose="02000A03000000020004" pitchFamily="2" charset="-127"/>
              </a:rPr>
              <a:t>LUNA </a:t>
            </a:r>
            <a:r>
              <a:rPr lang="en-US" sz="11000" b="1" i="0" u="none" strike="noStrike" spc="100" dirty="0" smtClean="0">
                <a:solidFill>
                  <a:srgbClr val="FFFFFF"/>
                </a:solidFill>
                <a:latin typeface="Pretendard Black" panose="02000A03000000020004" pitchFamily="2" charset="-127"/>
                <a:ea typeface="Pretendard Black" panose="02000A03000000020004" pitchFamily="2" charset="-127"/>
                <a:cs typeface="Pretendard Black" panose="02000A03000000020004" pitchFamily="2" charset="-127"/>
              </a:rPr>
              <a:t>ON</a:t>
            </a:r>
          </a:p>
          <a:p>
            <a:pPr lvl="0" algn="ctr">
              <a:lnSpc>
                <a:spcPct val="99600"/>
              </a:lnSpc>
            </a:pPr>
            <a:r>
              <a:rPr lang="ko-KR" sz="11000" b="1" i="0" u="none" strike="noStrike" spc="100" dirty="0" smtClean="0">
                <a:solidFill>
                  <a:srgbClr val="FFFFFF"/>
                </a:solidFill>
                <a:latin typeface="Pretendard Black" panose="02000A03000000020004" pitchFamily="2" charset="-127"/>
                <a:ea typeface="Pretendard Black" panose="02000A03000000020004" pitchFamily="2" charset="-127"/>
                <a:cs typeface="Pretendard Black" panose="02000A03000000020004" pitchFamily="2" charset="-127"/>
              </a:rPr>
              <a:t>포트폴리오</a:t>
            </a:r>
            <a:endParaRPr lang="ko-KR" sz="11000" b="1" i="0" u="none" strike="noStrike" spc="100" dirty="0">
              <a:solidFill>
                <a:srgbClr val="FFFFFF"/>
              </a:solidFill>
              <a:latin typeface="Pretendard Black" panose="02000A03000000020004" pitchFamily="2" charset="-127"/>
              <a:ea typeface="Pretendard Black" panose="02000A03000000020004" pitchFamily="2" charset="-127"/>
              <a:cs typeface="Pretendard Black" panose="02000A03000000020004" pitchFamily="2" charset="-127"/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698500" y="8039100"/>
            <a:ext cx="4153535" cy="1880235"/>
          </a:xfrm>
          <a:prstGeom prst="rect">
            <a:avLst/>
          </a:prstGeom>
        </p:spPr>
        <p:txBody>
          <a:bodyPr vert="horz" wrap="square" lIns="0" tIns="0" rIns="0" bIns="0" numCol="1" anchor="ctr">
            <a:noAutofit/>
          </a:bodyPr>
          <a:lstStyle/>
          <a:p>
            <a:pPr marL="0" indent="0" algn="l">
              <a:lnSpc>
                <a:spcPct val="120350"/>
              </a:lnSpc>
              <a:buFontTx/>
              <a:buNone/>
            </a:pPr>
            <a:r>
              <a:rPr lang="ko-KR" sz="2500" b="1" i="0" strike="noStrike" dirty="0" err="1" smtClean="0">
                <a:solidFill>
                  <a:srgbClr val="FFFFFF">
                    <a:alpha val="84780"/>
                  </a:srgb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유예원</a:t>
            </a:r>
            <a:endParaRPr lang="en-US" altLang="ko-KR" sz="2500" b="1" i="0" strike="noStrike" dirty="0" smtClean="0">
              <a:solidFill>
                <a:srgbClr val="FFFFFF">
                  <a:alpha val="84780"/>
                </a:srgb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marL="0" indent="0" algn="l">
              <a:lnSpc>
                <a:spcPct val="120350"/>
              </a:lnSpc>
              <a:buFontTx/>
              <a:buNone/>
            </a:pPr>
            <a:r>
              <a:rPr lang="en-US" altLang="ko-KR" sz="2500" b="1" dirty="0" smtClean="0">
                <a:solidFill>
                  <a:srgbClr val="FFFFFF">
                    <a:alpha val="84780"/>
                  </a:srgb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010-3877-9786</a:t>
            </a:r>
          </a:p>
          <a:p>
            <a:pPr marL="0" indent="0" algn="l">
              <a:lnSpc>
                <a:spcPct val="120350"/>
              </a:lnSpc>
              <a:buFontTx/>
              <a:buNone/>
            </a:pPr>
            <a:r>
              <a:rPr lang="en-US" altLang="ko-KR" sz="2500" b="1" i="0" strike="noStrike" dirty="0" smtClean="0">
                <a:solidFill>
                  <a:srgbClr val="FFFFFF">
                    <a:alpha val="84780"/>
                  </a:srgb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dnjss08@naver.com</a:t>
            </a:r>
            <a:endParaRPr lang="ko-KR" altLang="en-US" sz="2500" b="1" i="0" strike="noStrike" dirty="0">
              <a:solidFill>
                <a:srgbClr val="FFFFFF">
                  <a:alpha val="84780"/>
                </a:srgb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6" name="TextBox 3"/>
          <p:cNvSpPr txBox="1"/>
          <p:nvPr/>
        </p:nvSpPr>
        <p:spPr>
          <a:xfrm>
            <a:off x="6515100" y="2857500"/>
            <a:ext cx="5257800" cy="3556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en-US" sz="3000" b="1" i="0" u="none" strike="noStrike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Unity </a:t>
            </a:r>
            <a:r>
              <a:rPr lang="en-US" sz="3000" b="1" i="0" u="none" strike="noStrike" dirty="0" smtClean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3D </a:t>
            </a:r>
            <a:r>
              <a:rPr lang="en-US" sz="3000" b="1" i="0" u="none" strike="noStrike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RPG </a:t>
            </a:r>
            <a:r>
              <a:rPr lang="ko-KR" sz="3000" b="1" i="0" u="none" strike="noStrike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게임</a:t>
            </a:r>
            <a:r>
              <a:rPr lang="en-US" sz="3000" b="1" i="0" u="none" strike="noStrike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sz="3000" b="1" i="0" u="none" strike="noStrike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포트폴리오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04800"/>
            <a:ext cx="18288000" cy="9956800"/>
          </a:xfrm>
          <a:prstGeom prst="rect">
            <a:avLst/>
          </a:prstGeom>
        </p:spPr>
      </p:pic>
      <p:grpSp>
        <p:nvGrpSpPr>
          <p:cNvPr id="3" name="그룹 2"/>
          <p:cNvGrpSpPr/>
          <p:nvPr/>
        </p:nvGrpSpPr>
        <p:grpSpPr>
          <a:xfrm>
            <a:off x="10311765" y="2019300"/>
            <a:ext cx="5474970" cy="1219200"/>
            <a:chOff x="10311765" y="2400300"/>
            <a:chExt cx="5474970" cy="1219200"/>
          </a:xfrm>
        </p:grpSpPr>
        <p:sp>
          <p:nvSpPr>
            <p:cNvPr id="4" name="TextBox 4"/>
            <p:cNvSpPr txBox="1"/>
            <p:nvPr/>
          </p:nvSpPr>
          <p:spPr>
            <a:xfrm>
              <a:off x="11125200" y="3237865"/>
              <a:ext cx="4661535" cy="381635"/>
            </a:xfrm>
            <a:prstGeom prst="rect">
              <a:avLst/>
            </a:prstGeom>
          </p:spPr>
          <p:txBody>
            <a:bodyPr vert="horz" wrap="square" lIns="0" tIns="0" rIns="0" bIns="0" numCol="1" anchor="ctr">
              <a:noAutofit/>
            </a:bodyPr>
            <a:lstStyle/>
            <a:p>
              <a:pPr marL="0" indent="0" algn="l">
                <a:lnSpc>
                  <a:spcPct val="108729"/>
                </a:lnSpc>
                <a:buFontTx/>
                <a:buNone/>
              </a:pPr>
              <a:r>
                <a:rPr lang="ko-KR" sz="4000" b="1" i="0" strike="noStrike" dirty="0">
                  <a:solidFill>
                    <a:srgbClr val="363D62">
                      <a:alpha val="84780"/>
                    </a:srgb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어떤</a:t>
              </a:r>
              <a:r>
                <a:rPr lang="en-US" sz="4000" b="1" i="0" strike="noStrike" dirty="0">
                  <a:solidFill>
                    <a:srgbClr val="363D62">
                      <a:alpha val="84780"/>
                    </a:srgb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 </a:t>
              </a:r>
              <a:r>
                <a:rPr lang="ko-KR" sz="4000" b="1" i="0" strike="noStrike" dirty="0">
                  <a:solidFill>
                    <a:srgbClr val="363D62">
                      <a:alpha val="84780"/>
                    </a:srgb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게임인지</a:t>
              </a:r>
              <a:endParaRPr lang="ko-KR" altLang="en-US" sz="4000" b="1" i="0" strike="noStrike" dirty="0">
                <a:solidFill>
                  <a:srgbClr val="363D62">
                    <a:alpha val="84780"/>
                  </a:srgb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endParaRP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10311765" y="2400300"/>
              <a:ext cx="940435" cy="584835"/>
            </a:xfrm>
            <a:prstGeom prst="rect">
              <a:avLst/>
            </a:prstGeom>
          </p:spPr>
          <p:txBody>
            <a:bodyPr vert="horz" wrap="square" lIns="0" tIns="0" rIns="0" bIns="0" numCol="1" anchor="ctr">
              <a:noAutofit/>
            </a:bodyPr>
            <a:lstStyle/>
            <a:p>
              <a:pPr marL="0" indent="0" algn="l">
                <a:lnSpc>
                  <a:spcPct val="99600"/>
                </a:lnSpc>
                <a:buFontTx/>
                <a:buNone/>
              </a:pPr>
              <a:r>
                <a:rPr lang="en-US" sz="4000" b="1" i="0" strike="noStrike" dirty="0">
                  <a:solidFill>
                    <a:srgbClr val="363D62"/>
                  </a:solidFill>
                  <a:latin typeface="Pretendard Black" panose="02000A03000000020004" pitchFamily="2" charset="-127"/>
                  <a:ea typeface="Pretendard Black" panose="02000A03000000020004" pitchFamily="2" charset="-127"/>
                  <a:cs typeface="Pretendard Black" panose="02000A03000000020004" pitchFamily="2" charset="-127"/>
                </a:rPr>
                <a:t>01</a:t>
              </a:r>
              <a:endParaRPr lang="ko-KR" altLang="en-US" sz="4000" b="1" i="0" strike="noStrike" dirty="0">
                <a:solidFill>
                  <a:srgbClr val="363D62"/>
                </a:solidFill>
                <a:latin typeface="Pretendard Black" panose="02000A03000000020004" pitchFamily="2" charset="-127"/>
                <a:ea typeface="Pretendard Black" panose="02000A03000000020004" pitchFamily="2" charset="-127"/>
                <a:cs typeface="Pretendard Black" panose="02000A03000000020004" pitchFamily="2" charset="-127"/>
              </a:endParaRP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11188065" y="2413000"/>
              <a:ext cx="3823335" cy="584835"/>
            </a:xfrm>
            <a:prstGeom prst="rect">
              <a:avLst/>
            </a:prstGeom>
          </p:spPr>
          <p:txBody>
            <a:bodyPr vert="horz" wrap="square" lIns="0" tIns="0" rIns="0" bIns="0" numCol="1" anchor="ctr">
              <a:noAutofit/>
            </a:bodyPr>
            <a:lstStyle/>
            <a:p>
              <a:pPr marL="0" indent="0" algn="l">
                <a:lnSpc>
                  <a:spcPct val="99600"/>
                </a:lnSpc>
                <a:buFontTx/>
                <a:buNone/>
              </a:pPr>
              <a:r>
                <a:rPr lang="ko-KR" sz="4000" b="1" i="0" strike="noStrike" dirty="0">
                  <a:solidFill>
                    <a:srgbClr val="363D62"/>
                  </a:solidFill>
                  <a:latin typeface="Pretendard Black" panose="02000A03000000020004" pitchFamily="2" charset="-127"/>
                  <a:ea typeface="Pretendard Black" panose="02000A03000000020004" pitchFamily="2" charset="-127"/>
                  <a:cs typeface="Pretendard Black" panose="02000A03000000020004" pitchFamily="2" charset="-127"/>
                </a:rPr>
                <a:t>개요</a:t>
              </a:r>
              <a:endParaRPr lang="ko-KR" altLang="en-US" sz="4000" b="1" i="0" strike="noStrike" dirty="0">
                <a:solidFill>
                  <a:srgbClr val="363D62"/>
                </a:solidFill>
                <a:latin typeface="Pretendard Black" panose="02000A03000000020004" pitchFamily="2" charset="-127"/>
                <a:ea typeface="Pretendard Black" panose="02000A03000000020004" pitchFamily="2" charset="-127"/>
                <a:cs typeface="Pretendard Black" panose="02000A03000000020004" pitchFamily="2" charset="-127"/>
              </a:endParaRPr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3123565" y="4705032"/>
            <a:ext cx="4940935" cy="1156335"/>
          </a:xfrm>
          <a:prstGeom prst="rect">
            <a:avLst/>
          </a:prstGeom>
        </p:spPr>
        <p:txBody>
          <a:bodyPr vert="horz" wrap="square" lIns="0" tIns="0" rIns="0" bIns="0" numCol="1" anchor="ctr">
            <a:noAutofit/>
          </a:bodyPr>
          <a:lstStyle/>
          <a:p>
            <a:pPr marL="0" indent="0" algn="ctr">
              <a:lnSpc>
                <a:spcPct val="99600"/>
              </a:lnSpc>
              <a:buFontTx/>
              <a:buNone/>
            </a:pPr>
            <a:r>
              <a:rPr lang="ko-KR" sz="11000" b="1" i="0" strike="noStrike" spc="5000" dirty="0" smtClean="0">
                <a:solidFill>
                  <a:srgbClr val="363D62"/>
                </a:solidFill>
                <a:latin typeface="Pretendard Black" panose="02000A03000000020004" pitchFamily="2" charset="-127"/>
                <a:ea typeface="Pretendard Black" panose="02000A03000000020004" pitchFamily="2" charset="-127"/>
                <a:cs typeface="Pretendard Black" panose="02000A03000000020004" pitchFamily="2" charset="-127"/>
              </a:rPr>
              <a:t>목차</a:t>
            </a:r>
            <a:endParaRPr lang="ko-KR" altLang="en-US" sz="11000" b="1" i="0" strike="noStrike" spc="5000" dirty="0">
              <a:solidFill>
                <a:srgbClr val="363D62"/>
              </a:solidFill>
              <a:latin typeface="Pretendard Black" panose="02000A03000000020004" pitchFamily="2" charset="-127"/>
              <a:ea typeface="Pretendard Black" panose="02000A03000000020004" pitchFamily="2" charset="-127"/>
              <a:cs typeface="Pretendard Black" panose="02000A03000000020004" pitchFamily="2" charset="-127"/>
            </a:endParaRPr>
          </a:p>
        </p:txBody>
      </p:sp>
      <p:grpSp>
        <p:nvGrpSpPr>
          <p:cNvPr id="8" name="그룹 7"/>
          <p:cNvGrpSpPr/>
          <p:nvPr/>
        </p:nvGrpSpPr>
        <p:grpSpPr>
          <a:xfrm>
            <a:off x="10267689" y="4127182"/>
            <a:ext cx="5581911" cy="1550353"/>
            <a:chOff x="10267689" y="4113530"/>
            <a:chExt cx="5581911" cy="1550353"/>
          </a:xfrm>
        </p:grpSpPr>
        <p:sp>
          <p:nvSpPr>
            <p:cNvPr id="9" name="TextBox 9"/>
            <p:cNvSpPr txBox="1"/>
            <p:nvPr/>
          </p:nvSpPr>
          <p:spPr>
            <a:xfrm>
              <a:off x="11188065" y="5282248"/>
              <a:ext cx="4661535" cy="381635"/>
            </a:xfrm>
            <a:prstGeom prst="rect">
              <a:avLst/>
            </a:prstGeom>
          </p:spPr>
          <p:txBody>
            <a:bodyPr vert="horz" wrap="square" lIns="0" tIns="0" rIns="0" bIns="0" numCol="1" anchor="ctr">
              <a:noAutofit/>
            </a:bodyPr>
            <a:lstStyle/>
            <a:p>
              <a:pPr marL="0" indent="0" algn="l">
                <a:lnSpc>
                  <a:spcPct val="108729"/>
                </a:lnSpc>
                <a:buFontTx/>
                <a:buNone/>
              </a:pPr>
              <a:r>
                <a:rPr lang="ko-KR" sz="4000" b="1" i="0" strike="noStrike" dirty="0">
                  <a:solidFill>
                    <a:srgbClr val="363D62">
                      <a:alpha val="84780"/>
                    </a:srgb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왜</a:t>
              </a:r>
              <a:r>
                <a:rPr lang="en-US" sz="4000" b="1" i="0" strike="noStrike" dirty="0">
                  <a:solidFill>
                    <a:srgbClr val="363D62">
                      <a:alpha val="84780"/>
                    </a:srgb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 </a:t>
              </a:r>
              <a:r>
                <a:rPr lang="ko-KR" sz="4000" b="1" i="0" strike="noStrike" dirty="0">
                  <a:solidFill>
                    <a:srgbClr val="363D62">
                      <a:alpha val="84780"/>
                    </a:srgb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이런</a:t>
              </a:r>
              <a:r>
                <a:rPr lang="en-US" sz="4000" b="1" i="0" strike="noStrike" dirty="0">
                  <a:solidFill>
                    <a:srgbClr val="363D62">
                      <a:alpha val="84780"/>
                    </a:srgb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 </a:t>
              </a:r>
              <a:r>
                <a:rPr lang="ko-KR" sz="4000" b="1" i="0" strike="noStrike" dirty="0">
                  <a:solidFill>
                    <a:srgbClr val="363D62">
                      <a:alpha val="84780"/>
                    </a:srgb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게임을</a:t>
              </a:r>
              <a:r>
                <a:rPr lang="en-US" sz="4000" b="1" i="0" strike="noStrike" dirty="0">
                  <a:solidFill>
                    <a:srgbClr val="363D62">
                      <a:alpha val="84780"/>
                    </a:srgb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 </a:t>
              </a:r>
              <a:r>
                <a:rPr lang="ko-KR" sz="4000" b="1" i="0" strike="noStrike" dirty="0">
                  <a:solidFill>
                    <a:srgbClr val="363D62">
                      <a:alpha val="84780"/>
                    </a:srgb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개발하려고</a:t>
              </a:r>
              <a:r>
                <a:rPr lang="en-US" sz="4000" b="1" i="0" strike="noStrike" dirty="0">
                  <a:solidFill>
                    <a:srgbClr val="363D62">
                      <a:alpha val="84780"/>
                    </a:srgb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 </a:t>
              </a:r>
              <a:r>
                <a:rPr lang="ko-KR" sz="4000" b="1" i="0" strike="noStrike" dirty="0">
                  <a:solidFill>
                    <a:srgbClr val="363D62">
                      <a:alpha val="84780"/>
                    </a:srgb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했는지</a:t>
              </a:r>
              <a:endParaRPr lang="ko-KR" altLang="en-US" sz="4000" b="1" i="0" strike="noStrike" dirty="0">
                <a:solidFill>
                  <a:srgbClr val="363D62">
                    <a:alpha val="84780"/>
                  </a:srgb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endParaRP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0267689" y="4113530"/>
              <a:ext cx="736600" cy="584835"/>
            </a:xfrm>
            <a:prstGeom prst="rect">
              <a:avLst/>
            </a:prstGeom>
          </p:spPr>
          <p:txBody>
            <a:bodyPr vert="horz" wrap="square" lIns="0" tIns="0" rIns="0" bIns="0" numCol="1" anchor="ctr">
              <a:noAutofit/>
            </a:bodyPr>
            <a:lstStyle/>
            <a:p>
              <a:pPr marL="0" indent="0" algn="l">
                <a:lnSpc>
                  <a:spcPct val="99600"/>
                </a:lnSpc>
                <a:buFontTx/>
                <a:buNone/>
              </a:pPr>
              <a:r>
                <a:rPr lang="en-US" sz="4000" b="1" i="0" strike="noStrike" dirty="0">
                  <a:solidFill>
                    <a:srgbClr val="363D62"/>
                  </a:solidFill>
                  <a:latin typeface="Pretendard Black" panose="02000A03000000020004" pitchFamily="2" charset="-127"/>
                  <a:ea typeface="Pretendard Black" panose="02000A03000000020004" pitchFamily="2" charset="-127"/>
                  <a:cs typeface="Pretendard Black" panose="02000A03000000020004" pitchFamily="2" charset="-127"/>
                </a:rPr>
                <a:t>02</a:t>
              </a:r>
              <a:endParaRPr lang="ko-KR" altLang="en-US" sz="4000" b="1" i="0" strike="noStrike" dirty="0">
                <a:solidFill>
                  <a:srgbClr val="363D62"/>
                </a:solidFill>
                <a:latin typeface="Pretendard Black" panose="02000A03000000020004" pitchFamily="2" charset="-127"/>
                <a:ea typeface="Pretendard Black" panose="02000A03000000020004" pitchFamily="2" charset="-127"/>
                <a:cs typeface="Pretendard Black" panose="02000A03000000020004" pitchFamily="2" charset="-127"/>
              </a:endParaRP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1188065" y="4113530"/>
              <a:ext cx="3823335" cy="584835"/>
            </a:xfrm>
            <a:prstGeom prst="rect">
              <a:avLst/>
            </a:prstGeom>
          </p:spPr>
          <p:txBody>
            <a:bodyPr vert="horz" wrap="square" lIns="0" tIns="0" rIns="0" bIns="0" numCol="1" anchor="ctr">
              <a:noAutofit/>
            </a:bodyPr>
            <a:lstStyle/>
            <a:p>
              <a:pPr marL="0" indent="0" algn="l">
                <a:lnSpc>
                  <a:spcPct val="99600"/>
                </a:lnSpc>
                <a:buFontTx/>
                <a:buNone/>
              </a:pPr>
              <a:r>
                <a:rPr lang="ko-KR" sz="4000" b="1" i="0" strike="noStrike" dirty="0">
                  <a:solidFill>
                    <a:srgbClr val="363D62"/>
                  </a:solidFill>
                  <a:latin typeface="Pretendard Black" panose="02000A03000000020004" pitchFamily="2" charset="-127"/>
                  <a:ea typeface="Pretendard Black" panose="02000A03000000020004" pitchFamily="2" charset="-127"/>
                  <a:cs typeface="Pretendard Black" panose="02000A03000000020004" pitchFamily="2" charset="-127"/>
                </a:rPr>
                <a:t>개발</a:t>
              </a:r>
              <a:r>
                <a:rPr lang="en-US" sz="4000" b="1" i="0" strike="noStrike" dirty="0">
                  <a:solidFill>
                    <a:srgbClr val="363D62"/>
                  </a:solidFill>
                  <a:latin typeface="Pretendard Black" panose="02000A03000000020004" pitchFamily="2" charset="-127"/>
                  <a:ea typeface="Pretendard Black" panose="02000A03000000020004" pitchFamily="2" charset="-127"/>
                  <a:cs typeface="Pretendard Black" panose="02000A03000000020004" pitchFamily="2" charset="-127"/>
                </a:rPr>
                <a:t> </a:t>
              </a:r>
              <a:r>
                <a:rPr lang="ko-KR" sz="4000" b="1" i="0" strike="noStrike" dirty="0">
                  <a:solidFill>
                    <a:srgbClr val="363D62"/>
                  </a:solidFill>
                  <a:latin typeface="Pretendard Black" panose="02000A03000000020004" pitchFamily="2" charset="-127"/>
                  <a:ea typeface="Pretendard Black" panose="02000A03000000020004" pitchFamily="2" charset="-127"/>
                  <a:cs typeface="Pretendard Black" panose="02000A03000000020004" pitchFamily="2" charset="-127"/>
                </a:rPr>
                <a:t>의도</a:t>
              </a:r>
              <a:endParaRPr lang="ko-KR" altLang="en-US" sz="4000" b="1" i="0" strike="noStrike" dirty="0">
                <a:solidFill>
                  <a:srgbClr val="363D62"/>
                </a:solidFill>
                <a:latin typeface="Pretendard Black" panose="02000A03000000020004" pitchFamily="2" charset="-127"/>
                <a:ea typeface="Pretendard Black" panose="02000A03000000020004" pitchFamily="2" charset="-127"/>
                <a:cs typeface="Pretendard Black" panose="02000A03000000020004" pitchFamily="2" charset="-127"/>
              </a:endParaRPr>
            </a:p>
          </p:txBody>
        </p:sp>
      </p:grpSp>
      <p:grpSp>
        <p:nvGrpSpPr>
          <p:cNvPr id="12" name="그룹 11"/>
          <p:cNvGrpSpPr/>
          <p:nvPr/>
        </p:nvGrpSpPr>
        <p:grpSpPr>
          <a:xfrm>
            <a:off x="10330814" y="6762908"/>
            <a:ext cx="5537835" cy="1580992"/>
            <a:chOff x="10311765" y="6591300"/>
            <a:chExt cx="5537835" cy="1580992"/>
          </a:xfrm>
        </p:grpSpPr>
        <p:sp>
          <p:nvSpPr>
            <p:cNvPr id="13" name="TextBox 13"/>
            <p:cNvSpPr txBox="1"/>
            <p:nvPr/>
          </p:nvSpPr>
          <p:spPr>
            <a:xfrm>
              <a:off x="11188065" y="7790657"/>
              <a:ext cx="4661535" cy="381635"/>
            </a:xfrm>
            <a:prstGeom prst="rect">
              <a:avLst/>
            </a:prstGeom>
          </p:spPr>
          <p:txBody>
            <a:bodyPr vert="horz" wrap="square" lIns="0" tIns="0" rIns="0" bIns="0" numCol="1" anchor="ctr">
              <a:noAutofit/>
            </a:bodyPr>
            <a:lstStyle/>
            <a:p>
              <a:pPr marL="0" indent="0" algn="l">
                <a:lnSpc>
                  <a:spcPct val="108729"/>
                </a:lnSpc>
                <a:buFontTx/>
                <a:buNone/>
              </a:pPr>
              <a:r>
                <a:rPr lang="ko-KR" sz="4000" b="1" i="0" strike="noStrike" dirty="0">
                  <a:solidFill>
                    <a:srgbClr val="363D62">
                      <a:alpha val="84780"/>
                    </a:srgb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어떤</a:t>
              </a:r>
              <a:r>
                <a:rPr lang="en-US" sz="4000" b="1" i="0" strike="noStrike" dirty="0">
                  <a:solidFill>
                    <a:srgbClr val="363D62">
                      <a:alpha val="84780"/>
                    </a:srgb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 </a:t>
              </a:r>
              <a:r>
                <a:rPr lang="ko-KR" sz="4000" b="1" i="0" strike="noStrike" dirty="0">
                  <a:solidFill>
                    <a:srgbClr val="363D62">
                      <a:alpha val="84780"/>
                    </a:srgb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기능들을</a:t>
              </a:r>
              <a:r>
                <a:rPr lang="en-US" sz="4000" b="1" i="0" strike="noStrike" dirty="0">
                  <a:solidFill>
                    <a:srgbClr val="363D62">
                      <a:alpha val="84780"/>
                    </a:srgb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 </a:t>
              </a:r>
              <a:r>
                <a:rPr lang="ko-KR" sz="4000" b="1" i="0" strike="noStrike" dirty="0">
                  <a:solidFill>
                    <a:srgbClr val="363D62">
                      <a:alpha val="84780"/>
                    </a:srgb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어떻게</a:t>
              </a:r>
              <a:r>
                <a:rPr lang="en-US" sz="4000" b="1" i="0" strike="noStrike" dirty="0">
                  <a:solidFill>
                    <a:srgbClr val="363D62">
                      <a:alpha val="84780"/>
                    </a:srgb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 </a:t>
              </a:r>
              <a:r>
                <a:rPr lang="ko-KR" sz="4000" b="1" i="0" strike="noStrike" dirty="0">
                  <a:solidFill>
                    <a:srgbClr val="363D62">
                      <a:alpha val="84780"/>
                    </a:srgb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구현했는지</a:t>
              </a:r>
              <a:endParaRPr lang="ko-KR" altLang="en-US" sz="4000" b="1" i="0" strike="noStrike" dirty="0">
                <a:solidFill>
                  <a:srgbClr val="363D62">
                    <a:alpha val="84780"/>
                  </a:srgb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endParaRP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0311765" y="6591300"/>
              <a:ext cx="940435" cy="584835"/>
            </a:xfrm>
            <a:prstGeom prst="rect">
              <a:avLst/>
            </a:prstGeom>
          </p:spPr>
          <p:txBody>
            <a:bodyPr vert="horz" wrap="square" lIns="0" tIns="0" rIns="0" bIns="0" numCol="1" anchor="ctr">
              <a:noAutofit/>
            </a:bodyPr>
            <a:lstStyle/>
            <a:p>
              <a:pPr marL="0" indent="0" algn="l">
                <a:lnSpc>
                  <a:spcPct val="99600"/>
                </a:lnSpc>
                <a:buFontTx/>
                <a:buNone/>
              </a:pPr>
              <a:r>
                <a:rPr lang="en-US" sz="4000" b="0" i="0" strike="noStrike" dirty="0">
                  <a:solidFill>
                    <a:srgbClr val="363D62"/>
                  </a:solidFill>
                  <a:latin typeface="Pretendard Black" panose="02000A03000000020004" pitchFamily="2" charset="-127"/>
                  <a:ea typeface="Pretendard Black" panose="02000A03000000020004" pitchFamily="2" charset="-127"/>
                  <a:cs typeface="Pretendard Black" panose="02000A03000000020004" pitchFamily="2" charset="-127"/>
                </a:rPr>
                <a:t>03</a:t>
              </a:r>
              <a:endParaRPr lang="ko-KR" altLang="en-US" sz="4000" b="0" i="0" strike="noStrike" dirty="0">
                <a:solidFill>
                  <a:srgbClr val="363D62"/>
                </a:solidFill>
                <a:latin typeface="Pretendard Black" panose="02000A03000000020004" pitchFamily="2" charset="-127"/>
                <a:ea typeface="Pretendard Black" panose="02000A03000000020004" pitchFamily="2" charset="-127"/>
                <a:cs typeface="Pretendard Black" panose="02000A03000000020004" pitchFamily="2" charset="-127"/>
              </a:endParaRP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1188065" y="6591300"/>
              <a:ext cx="3823335" cy="584835"/>
            </a:xfrm>
            <a:prstGeom prst="rect">
              <a:avLst/>
            </a:prstGeom>
          </p:spPr>
          <p:txBody>
            <a:bodyPr vert="horz" wrap="square" lIns="0" tIns="0" rIns="0" bIns="0" numCol="1" anchor="ctr">
              <a:noAutofit/>
            </a:bodyPr>
            <a:lstStyle/>
            <a:p>
              <a:pPr marL="0" indent="0" algn="l">
                <a:lnSpc>
                  <a:spcPct val="99600"/>
                </a:lnSpc>
                <a:buFontTx/>
                <a:buNone/>
              </a:pPr>
              <a:r>
                <a:rPr lang="ko-KR" sz="4000" b="1" i="0" strike="noStrike" dirty="0">
                  <a:solidFill>
                    <a:srgbClr val="363D62"/>
                  </a:solidFill>
                  <a:latin typeface="Pretendard Black" panose="02000A03000000020004" pitchFamily="2" charset="-127"/>
                  <a:ea typeface="Pretendard Black" panose="02000A03000000020004" pitchFamily="2" charset="-127"/>
                  <a:cs typeface="Pretendard Black" panose="02000A03000000020004" pitchFamily="2" charset="-127"/>
                </a:rPr>
                <a:t>기능</a:t>
              </a:r>
              <a:r>
                <a:rPr lang="en-US" sz="4000" b="1" i="0" strike="noStrike" dirty="0">
                  <a:solidFill>
                    <a:srgbClr val="363D62"/>
                  </a:solidFill>
                  <a:latin typeface="Pretendard Black" panose="02000A03000000020004" pitchFamily="2" charset="-127"/>
                  <a:ea typeface="Pretendard Black" panose="02000A03000000020004" pitchFamily="2" charset="-127"/>
                  <a:cs typeface="Pretendard Black" panose="02000A03000000020004" pitchFamily="2" charset="-127"/>
                </a:rPr>
                <a:t> </a:t>
              </a:r>
              <a:r>
                <a:rPr lang="ko-KR" sz="4000" b="1" i="0" strike="noStrike" dirty="0">
                  <a:solidFill>
                    <a:srgbClr val="363D62"/>
                  </a:solidFill>
                  <a:latin typeface="Pretendard Black" panose="02000A03000000020004" pitchFamily="2" charset="-127"/>
                  <a:ea typeface="Pretendard Black" panose="02000A03000000020004" pitchFamily="2" charset="-127"/>
                  <a:cs typeface="Pretendard Black" panose="02000A03000000020004" pitchFamily="2" charset="-127"/>
                </a:rPr>
                <a:t>구현</a:t>
              </a:r>
              <a:endParaRPr lang="ko-KR" altLang="en-US" sz="4000" b="1" i="0" strike="noStrike" dirty="0">
                <a:solidFill>
                  <a:srgbClr val="363D62"/>
                </a:solidFill>
                <a:latin typeface="Pretendard Black" panose="02000A03000000020004" pitchFamily="2" charset="-127"/>
                <a:ea typeface="Pretendard Black" panose="02000A03000000020004" pitchFamily="2" charset="-127"/>
                <a:cs typeface="Pretendard Black" panose="02000A03000000020004" pitchFamily="2" charset="-127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57800" y="-2578100"/>
            <a:ext cx="15252700" cy="152527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04800"/>
            <a:ext cx="18288000" cy="9956800"/>
          </a:xfrm>
          <a:prstGeom prst="rect">
            <a:avLst/>
          </a:prstGeom>
        </p:spPr>
      </p:pic>
      <p:sp>
        <p:nvSpPr>
          <p:cNvPr id="4" name="TextBox 4"/>
          <p:cNvSpPr txBox="1"/>
          <p:nvPr/>
        </p:nvSpPr>
        <p:spPr>
          <a:xfrm>
            <a:off x="1930400" y="2095500"/>
            <a:ext cx="4940300" cy="11557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en-US" sz="6500" b="1" i="0" u="none" strike="noStrike" spc="100" dirty="0" smtClean="0">
                <a:solidFill>
                  <a:srgbClr val="363D62"/>
                </a:solidFill>
                <a:latin typeface="Pretendard Black" panose="02000A03000000020004" pitchFamily="2" charset="-127"/>
                <a:ea typeface="Pretendard Black" panose="02000A03000000020004" pitchFamily="2" charset="-127"/>
                <a:cs typeface="Pretendard Black" panose="02000A03000000020004" pitchFamily="2" charset="-127"/>
              </a:rPr>
              <a:t>01</a:t>
            </a:r>
            <a:endParaRPr lang="en-US" sz="6500" b="1" i="0" u="none" strike="noStrike" spc="100" dirty="0">
              <a:solidFill>
                <a:srgbClr val="363D62"/>
              </a:solidFill>
              <a:latin typeface="Pretendard Black" panose="02000A03000000020004" pitchFamily="2" charset="-127"/>
              <a:ea typeface="Pretendard Black" panose="02000A03000000020004" pitchFamily="2" charset="-127"/>
              <a:cs typeface="Pretendard Black" panose="02000A03000000020004" pitchFamily="2" charset="-127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11239500" y="4064000"/>
            <a:ext cx="3632200" cy="23114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ko-KR" sz="13000" b="0" i="0" u="none" strike="noStrike" dirty="0">
                <a:solidFill>
                  <a:srgbClr val="FFFFFF"/>
                </a:solidFill>
                <a:latin typeface="Pretendard Black" panose="02000A03000000020004" pitchFamily="2" charset="-127"/>
                <a:ea typeface="Pretendard Black" panose="02000A03000000020004" pitchFamily="2" charset="-127"/>
                <a:cs typeface="Pretendard Black" panose="02000A03000000020004" pitchFamily="2" charset="-127"/>
              </a:rPr>
              <a:t>개요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4"/>
          <p:cNvPicPr>
            <a:picLocks noChangeAspect="1"/>
          </p:cNvPicPr>
          <p:nvPr/>
        </p:nvPicPr>
        <p:blipFill>
          <a:blip r:embed="rId2">
            <a:alphaModFix amt="50000"/>
          </a:blip>
          <a:stretch>
            <a:fillRect/>
          </a:stretch>
        </p:blipFill>
        <p:spPr>
          <a:xfrm rot="-10800000">
            <a:off x="-558800" y="647700"/>
            <a:ext cx="19443700" cy="635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84300" y="1663700"/>
            <a:ext cx="7581900" cy="4267200"/>
          </a:xfrm>
          <a:prstGeom prst="rect">
            <a:avLst/>
          </a:prstGeom>
        </p:spPr>
      </p:pic>
      <p:graphicFrame>
        <p:nvGraphicFramePr>
          <p:cNvPr id="6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44646624"/>
              </p:ext>
            </p:extLst>
          </p:nvPr>
        </p:nvGraphicFramePr>
        <p:xfrm>
          <a:off x="1384300" y="6375400"/>
          <a:ext cx="15836900" cy="3352165"/>
        </p:xfrm>
        <a:graphic>
          <a:graphicData uri="http://schemas.openxmlformats.org/drawingml/2006/table">
            <a:tbl>
              <a:tblPr>
                <a:tableStyleId>{00000000-0000-0000-0000-000000000000}</a:tableStyleId>
              </a:tblPr>
              <a:tblGrid>
                <a:gridCol w="4521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3157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50875">
                <a:tc>
                  <a:txBody>
                    <a:bodyPr/>
                    <a:lstStyle/>
                    <a:p>
                      <a:pPr marL="0" lvl="1" indent="0" algn="ctr">
                        <a:lnSpc>
                          <a:spcPct val="91714"/>
                        </a:lnSpc>
                        <a:buFontTx/>
                        <a:buNone/>
                      </a:pPr>
                      <a:r>
                        <a:rPr lang="ko-KR" sz="2800" b="0" i="0" strike="noStrike" kern="1200" dirty="0">
                          <a:solidFill>
                            <a:srgbClr val="363D62"/>
                          </a:solidFill>
                          <a:latin typeface="Pretendard Black" panose="02000A03000000020004" pitchFamily="2" charset="-127"/>
                          <a:ea typeface="Pretendard Black" panose="02000A03000000020004" pitchFamily="2" charset="-127"/>
                          <a:cs typeface="Pretendard Black" panose="02000A03000000020004" pitchFamily="2" charset="-127"/>
                        </a:rPr>
                        <a:t>게임</a:t>
                      </a:r>
                      <a:r>
                        <a:rPr lang="en-US" sz="2800" b="0" i="0" strike="noStrike" kern="1200" dirty="0">
                          <a:solidFill>
                            <a:srgbClr val="363D62"/>
                          </a:solidFill>
                          <a:latin typeface="Pretendard Black" panose="02000A03000000020004" pitchFamily="2" charset="-127"/>
                          <a:ea typeface="Pretendard Black" panose="02000A03000000020004" pitchFamily="2" charset="-127"/>
                          <a:cs typeface="Pretendard Black" panose="02000A03000000020004" pitchFamily="2" charset="-127"/>
                        </a:rPr>
                        <a:t> </a:t>
                      </a:r>
                      <a:r>
                        <a:rPr lang="ko-KR" sz="2800" b="0" i="0" strike="noStrike" kern="1200" dirty="0">
                          <a:solidFill>
                            <a:srgbClr val="363D62"/>
                          </a:solidFill>
                          <a:latin typeface="Pretendard Black" panose="02000A03000000020004" pitchFamily="2" charset="-127"/>
                          <a:ea typeface="Pretendard Black" panose="02000A03000000020004" pitchFamily="2" charset="-127"/>
                          <a:cs typeface="Pretendard Black" panose="02000A03000000020004" pitchFamily="2" charset="-127"/>
                        </a:rPr>
                        <a:t>장르</a:t>
                      </a:r>
                      <a:endParaRPr lang="ko-KR" altLang="en-US" sz="2800" b="0" i="0" strike="noStrike" kern="1200" dirty="0">
                        <a:solidFill>
                          <a:srgbClr val="363D62"/>
                        </a:solidFill>
                        <a:latin typeface="Pretendard Black" panose="02000A03000000020004" pitchFamily="2" charset="-127"/>
                        <a:ea typeface="Pretendard Black" panose="02000A03000000020004" pitchFamily="2" charset="-127"/>
                        <a:cs typeface="Pretendard Black" panose="02000A03000000020004" pitchFamily="2" charset="-127"/>
                      </a:endParaRPr>
                    </a:p>
                  </a:txBody>
                  <a:tcPr marL="19050" marR="19050" marT="19050" marB="19050" anchor="ctr">
                    <a:lnL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87878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4450" cap="flat" cmpd="sng" algn="ctr">
                      <a:solidFill>
                        <a:srgbClr val="787878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87878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lnSpc>
                          <a:spcPct val="91714"/>
                        </a:lnSpc>
                        <a:buFontTx/>
                        <a:buNone/>
                      </a:pPr>
                      <a:r>
                        <a:rPr lang="en-US" sz="2400" b="0" i="0" strike="noStrike" kern="1200" dirty="0">
                          <a:solidFill>
                            <a:srgbClr val="363D6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3D RPG</a:t>
                      </a:r>
                      <a:endParaRPr lang="ko-KR" altLang="en-US" sz="2400" b="0" i="0" strike="noStrike" kern="1200" dirty="0">
                        <a:solidFill>
                          <a:srgbClr val="363D6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19050" marR="19050" marT="19050" marB="19050" anchor="ctr">
                    <a:lnL w="6350" cap="flat" cmpd="sng" algn="ctr">
                      <a:solidFill>
                        <a:srgbClr val="787878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87878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4450" cap="flat" cmpd="sng" algn="ctr">
                      <a:solidFill>
                        <a:srgbClr val="787878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87878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48665">
                <a:tc>
                  <a:txBody>
                    <a:bodyPr/>
                    <a:lstStyle/>
                    <a:p>
                      <a:pPr marL="0" lvl="1" indent="0" algn="ctr">
                        <a:lnSpc>
                          <a:spcPct val="91714"/>
                        </a:lnSpc>
                        <a:buFontTx/>
                        <a:buNone/>
                      </a:pPr>
                      <a:r>
                        <a:rPr lang="ko-KR" sz="2800" b="0" i="0" strike="noStrike" kern="1200" dirty="0">
                          <a:solidFill>
                            <a:srgbClr val="363D62"/>
                          </a:solidFill>
                          <a:latin typeface="Pretendard Black" panose="02000A03000000020004" pitchFamily="2" charset="-127"/>
                          <a:ea typeface="Pretendard Black" panose="02000A03000000020004" pitchFamily="2" charset="-127"/>
                          <a:cs typeface="Pretendard Black" panose="02000A03000000020004" pitchFamily="2" charset="-127"/>
                        </a:rPr>
                        <a:t>기획</a:t>
                      </a:r>
                      <a:r>
                        <a:rPr lang="en-US" sz="2800" b="0" i="0" strike="noStrike" kern="1200" dirty="0">
                          <a:solidFill>
                            <a:srgbClr val="363D62"/>
                          </a:solidFill>
                          <a:latin typeface="Pretendard Black" panose="02000A03000000020004" pitchFamily="2" charset="-127"/>
                          <a:ea typeface="Pretendard Black" panose="02000A03000000020004" pitchFamily="2" charset="-127"/>
                          <a:cs typeface="Pretendard Black" panose="02000A03000000020004" pitchFamily="2" charset="-127"/>
                        </a:rPr>
                        <a:t> </a:t>
                      </a:r>
                      <a:r>
                        <a:rPr lang="ko-KR" sz="2800" b="0" i="0" strike="noStrike" kern="1200" dirty="0">
                          <a:solidFill>
                            <a:srgbClr val="363D62"/>
                          </a:solidFill>
                          <a:latin typeface="Pretendard Black" panose="02000A03000000020004" pitchFamily="2" charset="-127"/>
                          <a:ea typeface="Pretendard Black" panose="02000A03000000020004" pitchFamily="2" charset="-127"/>
                          <a:cs typeface="Pretendard Black" panose="02000A03000000020004" pitchFamily="2" charset="-127"/>
                        </a:rPr>
                        <a:t>목표</a:t>
                      </a:r>
                      <a:endParaRPr lang="ko-KR" altLang="en-US" sz="2800" b="0" i="0" strike="noStrike" kern="1200" dirty="0">
                        <a:solidFill>
                          <a:srgbClr val="363D62"/>
                        </a:solidFill>
                        <a:latin typeface="Pretendard Black" panose="02000A03000000020004" pitchFamily="2" charset="-127"/>
                        <a:ea typeface="Pretendard Black" panose="02000A03000000020004" pitchFamily="2" charset="-127"/>
                        <a:cs typeface="Pretendard Black" panose="02000A03000000020004" pitchFamily="2" charset="-127"/>
                      </a:endParaRPr>
                    </a:p>
                  </a:txBody>
                  <a:tcPr marL="19050" marR="19050" marT="19050" marB="19050" anchor="ctr">
                    <a:lnL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87878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87878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87878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lnSpc>
                          <a:spcPct val="91714"/>
                        </a:lnSpc>
                        <a:buFontTx/>
                        <a:buNone/>
                      </a:pPr>
                      <a:r>
                        <a:rPr lang="ko-KR" sz="2400" b="0" i="0" strike="noStrike" kern="1200" dirty="0">
                          <a:solidFill>
                            <a:srgbClr val="363D6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퀘스트를</a:t>
                      </a:r>
                      <a:r>
                        <a:rPr lang="en-US" sz="2400" b="0" i="0" strike="noStrike" kern="1200" dirty="0">
                          <a:solidFill>
                            <a:srgbClr val="363D6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ko-KR" sz="2400" b="0" i="0" strike="noStrike" kern="1200" dirty="0">
                          <a:solidFill>
                            <a:srgbClr val="363D6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비롯해</a:t>
                      </a:r>
                      <a:r>
                        <a:rPr lang="en-US" sz="2400" b="0" i="0" strike="noStrike" kern="1200" dirty="0">
                          <a:solidFill>
                            <a:srgbClr val="363D6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ko-KR" sz="2400" b="0" i="0" strike="noStrike" kern="1200" dirty="0">
                          <a:solidFill>
                            <a:srgbClr val="363D6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보스</a:t>
                      </a:r>
                      <a:r>
                        <a:rPr lang="en-US" sz="2400" b="0" i="0" strike="noStrike" kern="1200" dirty="0">
                          <a:solidFill>
                            <a:srgbClr val="363D6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ko-KR" sz="2400" b="0" i="0" strike="noStrike" kern="1200" dirty="0">
                          <a:solidFill>
                            <a:srgbClr val="363D6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몬스터까지</a:t>
                      </a:r>
                      <a:r>
                        <a:rPr lang="en-US" sz="2400" b="0" i="0" strike="noStrike" kern="1200" dirty="0">
                          <a:solidFill>
                            <a:srgbClr val="363D6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ko-KR" sz="2400" b="0" i="0" strike="noStrike" kern="1200" dirty="0">
                          <a:solidFill>
                            <a:srgbClr val="363D6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전반적인</a:t>
                      </a:r>
                      <a:r>
                        <a:rPr lang="en-US" sz="2400" b="0" i="0" strike="noStrike" kern="1200" dirty="0">
                          <a:solidFill>
                            <a:srgbClr val="363D6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3D RPG</a:t>
                      </a:r>
                      <a:r>
                        <a:rPr lang="ko-KR" sz="2400" b="0" i="0" strike="noStrike" kern="1200" dirty="0" smtClean="0">
                          <a:solidFill>
                            <a:srgbClr val="363D6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에서</a:t>
                      </a:r>
                      <a:endParaRPr lang="en-US" altLang="ko-KR" sz="2400" b="0" i="0" strike="noStrike" kern="1200" dirty="0" smtClean="0">
                        <a:solidFill>
                          <a:srgbClr val="363D6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lvl="1" indent="0" algn="ctr">
                        <a:lnSpc>
                          <a:spcPct val="91714"/>
                        </a:lnSpc>
                        <a:buFontTx/>
                        <a:buNone/>
                      </a:pPr>
                      <a:r>
                        <a:rPr lang="ko-KR" sz="2400" b="0" i="0" strike="noStrike" kern="1200" dirty="0" smtClean="0">
                          <a:solidFill>
                            <a:srgbClr val="363D6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찾아볼</a:t>
                      </a:r>
                      <a:r>
                        <a:rPr lang="en-US" sz="2400" b="0" i="0" strike="noStrike" kern="1200" dirty="0" smtClean="0">
                          <a:solidFill>
                            <a:srgbClr val="363D6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ko-KR" sz="2400" b="0" i="0" strike="noStrike" kern="1200" dirty="0">
                          <a:solidFill>
                            <a:srgbClr val="363D6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수</a:t>
                      </a:r>
                      <a:r>
                        <a:rPr lang="en-US" sz="2400" b="0" i="0" strike="noStrike" kern="1200" dirty="0">
                          <a:solidFill>
                            <a:srgbClr val="363D6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ko-KR" sz="2400" b="0" i="0" strike="noStrike" kern="1200" dirty="0">
                          <a:solidFill>
                            <a:srgbClr val="363D6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있는</a:t>
                      </a:r>
                      <a:r>
                        <a:rPr lang="en-US" sz="2400" b="0" i="0" strike="noStrike" kern="1200" dirty="0">
                          <a:solidFill>
                            <a:srgbClr val="363D6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ko-KR" sz="2400" b="0" i="0" strike="noStrike" kern="1200" dirty="0">
                          <a:solidFill>
                            <a:srgbClr val="363D6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요소들을</a:t>
                      </a:r>
                      <a:r>
                        <a:rPr lang="en-US" sz="2400" b="0" i="0" strike="noStrike" kern="1200" dirty="0">
                          <a:solidFill>
                            <a:srgbClr val="363D6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ko-KR" sz="2400" b="0" i="0" strike="noStrike" kern="1200" dirty="0">
                          <a:solidFill>
                            <a:srgbClr val="363D6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가능한</a:t>
                      </a:r>
                      <a:r>
                        <a:rPr lang="en-US" sz="2400" b="0" i="0" strike="noStrike" kern="1200" dirty="0">
                          <a:solidFill>
                            <a:srgbClr val="363D6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ko-KR" sz="2400" b="0" i="0" strike="noStrike" kern="1200" dirty="0">
                          <a:solidFill>
                            <a:srgbClr val="363D6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넣어보자</a:t>
                      </a:r>
                      <a:endParaRPr lang="ko-KR" altLang="en-US" sz="2400" b="0" i="0" strike="noStrike" kern="1200" dirty="0">
                        <a:solidFill>
                          <a:srgbClr val="363D6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19050" marR="19050" marT="19050" marB="19050" anchor="ctr">
                    <a:lnL w="6350" cap="flat" cmpd="sng" algn="ctr">
                      <a:solidFill>
                        <a:srgbClr val="787878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87878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87878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87878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50875">
                <a:tc>
                  <a:txBody>
                    <a:bodyPr/>
                    <a:lstStyle/>
                    <a:p>
                      <a:pPr marL="0" lvl="1" indent="0" algn="ctr">
                        <a:lnSpc>
                          <a:spcPct val="91714"/>
                        </a:lnSpc>
                        <a:buFontTx/>
                        <a:buNone/>
                      </a:pPr>
                      <a:r>
                        <a:rPr lang="ko-KR" sz="2800" b="0" i="0" strike="noStrike" kern="1200" dirty="0">
                          <a:solidFill>
                            <a:srgbClr val="363D62"/>
                          </a:solidFill>
                          <a:latin typeface="Pretendard Black" panose="02000A03000000020004" pitchFamily="2" charset="-127"/>
                          <a:ea typeface="Pretendard Black" panose="02000A03000000020004" pitchFamily="2" charset="-127"/>
                          <a:cs typeface="Pretendard Black" panose="02000A03000000020004" pitchFamily="2" charset="-127"/>
                        </a:rPr>
                        <a:t>주요</a:t>
                      </a:r>
                      <a:r>
                        <a:rPr lang="en-US" sz="2800" b="0" i="0" strike="noStrike" kern="1200" dirty="0">
                          <a:solidFill>
                            <a:srgbClr val="363D62"/>
                          </a:solidFill>
                          <a:latin typeface="Pretendard Black" panose="02000A03000000020004" pitchFamily="2" charset="-127"/>
                          <a:ea typeface="Pretendard Black" panose="02000A03000000020004" pitchFamily="2" charset="-127"/>
                          <a:cs typeface="Pretendard Black" panose="02000A03000000020004" pitchFamily="2" charset="-127"/>
                        </a:rPr>
                        <a:t> </a:t>
                      </a:r>
                      <a:r>
                        <a:rPr lang="ko-KR" sz="2800" b="0" i="0" strike="noStrike" kern="1200" dirty="0">
                          <a:solidFill>
                            <a:srgbClr val="363D62"/>
                          </a:solidFill>
                          <a:latin typeface="Pretendard Black" panose="02000A03000000020004" pitchFamily="2" charset="-127"/>
                          <a:ea typeface="Pretendard Black" panose="02000A03000000020004" pitchFamily="2" charset="-127"/>
                          <a:cs typeface="Pretendard Black" panose="02000A03000000020004" pitchFamily="2" charset="-127"/>
                        </a:rPr>
                        <a:t>기능</a:t>
                      </a:r>
                      <a:endParaRPr lang="ko-KR" altLang="en-US" sz="2800" b="0" i="0" strike="noStrike" kern="1200" dirty="0">
                        <a:solidFill>
                          <a:srgbClr val="363D62"/>
                        </a:solidFill>
                        <a:latin typeface="Pretendard Black" panose="02000A03000000020004" pitchFamily="2" charset="-127"/>
                        <a:ea typeface="Pretendard Black" panose="02000A03000000020004" pitchFamily="2" charset="-127"/>
                        <a:cs typeface="Pretendard Black" panose="02000A03000000020004" pitchFamily="2" charset="-127"/>
                      </a:endParaRPr>
                    </a:p>
                  </a:txBody>
                  <a:tcPr marL="19050" marR="19050" marT="19050" marB="19050" anchor="ctr">
                    <a:lnL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87878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87878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87878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BFB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lnSpc>
                          <a:spcPct val="91714"/>
                        </a:lnSpc>
                        <a:buFontTx/>
                        <a:buNone/>
                      </a:pPr>
                      <a:r>
                        <a:rPr lang="en-US" sz="2400" b="0" i="0" strike="noStrike" kern="1200" dirty="0">
                          <a:solidFill>
                            <a:srgbClr val="363D6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NPC </a:t>
                      </a:r>
                      <a:r>
                        <a:rPr lang="ko-KR" sz="2400" b="0" i="0" strike="noStrike" kern="1200" dirty="0">
                          <a:solidFill>
                            <a:srgbClr val="363D6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대화</a:t>
                      </a:r>
                      <a:r>
                        <a:rPr lang="en-US" sz="2400" b="0" i="0" strike="noStrike" kern="1200" dirty="0">
                          <a:solidFill>
                            <a:srgbClr val="363D6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sz="2400" b="0" i="0" strike="noStrike" kern="1200" dirty="0">
                          <a:solidFill>
                            <a:srgbClr val="363D6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퀘스트</a:t>
                      </a:r>
                      <a:r>
                        <a:rPr lang="en-US" sz="2400" b="0" i="0" strike="noStrike" kern="1200" dirty="0">
                          <a:solidFill>
                            <a:srgbClr val="363D6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ko-KR" sz="2400" b="0" i="0" strike="noStrike" kern="1200" dirty="0">
                          <a:solidFill>
                            <a:srgbClr val="363D6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수행</a:t>
                      </a:r>
                      <a:r>
                        <a:rPr lang="en-US" sz="2400" b="0" i="0" strike="noStrike" kern="1200" dirty="0">
                          <a:solidFill>
                            <a:srgbClr val="363D6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sz="2400" b="0" i="0" strike="noStrike" kern="1200" dirty="0" smtClean="0">
                          <a:solidFill>
                            <a:srgbClr val="363D6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보스</a:t>
                      </a:r>
                      <a:r>
                        <a:rPr lang="en-US" altLang="ko-KR" sz="2400" b="0" i="0" strike="noStrike" kern="1200" dirty="0" smtClean="0">
                          <a:solidFill>
                            <a:srgbClr val="363D6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ko-KR" sz="2400" b="0" i="0" strike="noStrike" kern="1200" dirty="0" smtClean="0">
                          <a:solidFill>
                            <a:srgbClr val="363D6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몬스터</a:t>
                      </a:r>
                      <a:r>
                        <a:rPr lang="en-US" sz="2400" b="0" i="0" strike="noStrike" kern="1200" dirty="0" smtClean="0">
                          <a:solidFill>
                            <a:srgbClr val="363D6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ko-KR" sz="2400" b="0" i="0" strike="noStrike" kern="1200" dirty="0">
                          <a:solidFill>
                            <a:srgbClr val="363D6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연출</a:t>
                      </a:r>
                      <a:r>
                        <a:rPr lang="en-US" sz="2400" b="0" i="0" strike="noStrike" kern="1200" dirty="0">
                          <a:solidFill>
                            <a:srgbClr val="363D6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ko-KR" sz="2400" b="0" i="0" strike="noStrike" kern="1200" dirty="0">
                          <a:solidFill>
                            <a:srgbClr val="363D6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및</a:t>
                      </a:r>
                      <a:r>
                        <a:rPr lang="en-US" sz="2400" b="0" i="0" strike="noStrike" kern="1200" dirty="0">
                          <a:solidFill>
                            <a:srgbClr val="363D6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ko-KR" sz="2400" b="0" i="0" strike="noStrike" kern="1200" dirty="0">
                          <a:solidFill>
                            <a:srgbClr val="363D6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패턴</a:t>
                      </a:r>
                      <a:endParaRPr lang="ko-KR" altLang="en-US" sz="2400" b="0" i="0" strike="noStrike" kern="1200" dirty="0">
                        <a:solidFill>
                          <a:srgbClr val="363D6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19050" marR="19050" marT="19050" marB="19050" anchor="ctr">
                    <a:lnL w="6350" cap="flat" cmpd="sng" algn="ctr">
                      <a:solidFill>
                        <a:srgbClr val="787878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87878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87878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87878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B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50875">
                <a:tc>
                  <a:txBody>
                    <a:bodyPr/>
                    <a:lstStyle/>
                    <a:p>
                      <a:pPr marL="0" lvl="1" indent="0" algn="ctr">
                        <a:lnSpc>
                          <a:spcPct val="91714"/>
                        </a:lnSpc>
                        <a:buFontTx/>
                        <a:buNone/>
                      </a:pPr>
                      <a:r>
                        <a:rPr lang="ko-KR" sz="2800" b="0" i="0" strike="noStrike" kern="1200" dirty="0" err="1">
                          <a:solidFill>
                            <a:srgbClr val="363D62"/>
                          </a:solidFill>
                          <a:latin typeface="Pretendard Black" panose="02000A03000000020004" pitchFamily="2" charset="-127"/>
                          <a:ea typeface="Pretendard Black" panose="02000A03000000020004" pitchFamily="2" charset="-127"/>
                          <a:cs typeface="Pretendard Black" panose="02000A03000000020004" pitchFamily="2" charset="-127"/>
                        </a:rPr>
                        <a:t>깃허브</a:t>
                      </a:r>
                      <a:endParaRPr lang="ko-KR" altLang="en-US" sz="2800" b="0" i="0" strike="noStrike" kern="1200" dirty="0">
                        <a:solidFill>
                          <a:srgbClr val="363D62"/>
                        </a:solidFill>
                        <a:latin typeface="Pretendard Black" panose="02000A03000000020004" pitchFamily="2" charset="-127"/>
                        <a:ea typeface="Pretendard Black" panose="02000A03000000020004" pitchFamily="2" charset="-127"/>
                        <a:cs typeface="Pretendard Black" panose="02000A03000000020004" pitchFamily="2" charset="-127"/>
                      </a:endParaRPr>
                    </a:p>
                  </a:txBody>
                  <a:tcPr marL="19050" marR="19050" marT="19050" marB="19050" anchor="ctr">
                    <a:lnL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87878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87878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87878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BFB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lnSpc>
                          <a:spcPct val="91714"/>
                        </a:lnSpc>
                        <a:buFontTx/>
                        <a:buNone/>
                      </a:pPr>
                      <a:r>
                        <a:rPr lang="en-US" sz="2000" kern="1200" dirty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hlinkClick r:id="rId4"/>
                        </a:rPr>
                        <a:t>https://github.com/xxxuug/LunaON.git</a:t>
                      </a:r>
                      <a:endParaRPr lang="ko-KR" altLang="en-US" sz="2000" b="0" i="0" kern="1200" dirty="0">
                        <a:solidFill>
                          <a:schemeClr val="tx1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19050" marR="19050" marT="19050" marB="19050" anchor="ctr">
                    <a:lnL w="6350" cap="flat" cmpd="sng" algn="ctr">
                      <a:solidFill>
                        <a:srgbClr val="787878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87878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87878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87878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B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50875">
                <a:tc>
                  <a:txBody>
                    <a:bodyPr/>
                    <a:lstStyle/>
                    <a:p>
                      <a:pPr marL="0" lvl="1" indent="0" algn="ctr">
                        <a:lnSpc>
                          <a:spcPct val="91714"/>
                        </a:lnSpc>
                        <a:buFontTx/>
                        <a:buNone/>
                      </a:pPr>
                      <a:r>
                        <a:rPr lang="ko-KR" altLang="en-US" sz="2800" b="0" i="0" strike="noStrike" kern="1200" dirty="0">
                          <a:solidFill>
                            <a:srgbClr val="363D62"/>
                          </a:solidFill>
                          <a:latin typeface="Pretendard Black" panose="02000A03000000020004" pitchFamily="2" charset="-127"/>
                          <a:ea typeface="Pretendard Black" panose="02000A03000000020004" pitchFamily="2" charset="-127"/>
                          <a:cs typeface="Pretendard Black" panose="02000A03000000020004" pitchFamily="2" charset="-127"/>
                        </a:rPr>
                        <a:t>유튜브</a:t>
                      </a:r>
                    </a:p>
                  </a:txBody>
                  <a:tcPr marL="19050" marR="19050" marT="19050" marB="19050" anchor="ctr">
                    <a:lnL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87878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87878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87878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BFB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lnSpc>
                          <a:spcPct val="91714"/>
                        </a:lnSpc>
                        <a:buFontTx/>
                        <a:buNone/>
                      </a:pPr>
                      <a:r>
                        <a:rPr lang="en-US" altLang="ko-KR" sz="2000" b="0" i="0" kern="1200" dirty="0" smtClean="0">
                          <a:solidFill>
                            <a:schemeClr val="tx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hlinkClick r:id="rId5"/>
                        </a:rPr>
                        <a:t>https://youtu.be/WBD_81g0HHI</a:t>
                      </a:r>
                      <a:endParaRPr lang="ko-KR" altLang="en-US" sz="2000" b="0" i="0" kern="1200" dirty="0">
                        <a:solidFill>
                          <a:schemeClr val="tx1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19050" marR="19050" marT="19050" marB="19050" anchor="ctr">
                    <a:lnL w="6350" cap="flat" cmpd="sng" algn="ctr">
                      <a:solidFill>
                        <a:srgbClr val="787878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87878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87878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87878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B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9" name="TextBox 9"/>
          <p:cNvSpPr txBox="1"/>
          <p:nvPr/>
        </p:nvSpPr>
        <p:spPr>
          <a:xfrm>
            <a:off x="9652000" y="1701800"/>
            <a:ext cx="2959100" cy="8255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99600"/>
              </a:lnSpc>
            </a:pPr>
            <a:r>
              <a:rPr lang="ko-KR" sz="4600" b="1" i="0" u="none" strike="noStrike" dirty="0">
                <a:solidFill>
                  <a:srgbClr val="363D62"/>
                </a:solidFill>
                <a:latin typeface="Pretendard Black" panose="02000A03000000020004" pitchFamily="2" charset="-127"/>
                <a:ea typeface="Pretendard Black" panose="02000A03000000020004" pitchFamily="2" charset="-127"/>
                <a:cs typeface="Pretendard Black" panose="02000A03000000020004" pitchFamily="2" charset="-127"/>
              </a:rPr>
              <a:t>이</a:t>
            </a:r>
            <a:r>
              <a:rPr lang="en-US" sz="4600" b="1" i="0" u="none" strike="noStrike" dirty="0">
                <a:solidFill>
                  <a:srgbClr val="363D62"/>
                </a:solidFill>
                <a:latin typeface="Pretendard Black" panose="02000A03000000020004" pitchFamily="2" charset="-127"/>
                <a:ea typeface="Pretendard Black" panose="02000A03000000020004" pitchFamily="2" charset="-127"/>
                <a:cs typeface="Pretendard Black" panose="02000A03000000020004" pitchFamily="2" charset="-127"/>
              </a:rPr>
              <a:t> </a:t>
            </a:r>
            <a:r>
              <a:rPr lang="ko-KR" sz="4600" b="1" i="0" u="none" strike="noStrike" dirty="0">
                <a:solidFill>
                  <a:srgbClr val="363D62"/>
                </a:solidFill>
                <a:latin typeface="Pretendard Black" panose="02000A03000000020004" pitchFamily="2" charset="-127"/>
                <a:ea typeface="Pretendard Black" panose="02000A03000000020004" pitchFamily="2" charset="-127"/>
                <a:cs typeface="Pretendard Black" panose="02000A03000000020004" pitchFamily="2" charset="-127"/>
              </a:rPr>
              <a:t>게임은</a:t>
            </a:r>
            <a:r>
              <a:rPr lang="en-US" sz="4600" b="1" i="0" u="none" strike="noStrike" dirty="0">
                <a:solidFill>
                  <a:srgbClr val="363D62"/>
                </a:solidFill>
                <a:latin typeface="Pretendard Black" panose="02000A03000000020004" pitchFamily="2" charset="-127"/>
                <a:ea typeface="Pretendard Black" panose="02000A03000000020004" pitchFamily="2" charset="-127"/>
                <a:cs typeface="Pretendard Black" panose="02000A03000000020004" pitchFamily="2" charset="-127"/>
              </a:rPr>
              <a:t>?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9652000" y="2781300"/>
            <a:ext cx="7658735" cy="3061335"/>
          </a:xfrm>
          <a:prstGeom prst="rect">
            <a:avLst/>
          </a:prstGeom>
        </p:spPr>
        <p:txBody>
          <a:bodyPr vert="horz" wrap="square" lIns="0" tIns="0" rIns="0" bIns="0" numCol="1" anchor="t">
            <a:noAutofit/>
          </a:bodyPr>
          <a:lstStyle/>
          <a:p>
            <a:pPr marL="0" indent="0" algn="l">
              <a:lnSpc>
                <a:spcPct val="99600"/>
              </a:lnSpc>
              <a:buFontTx/>
              <a:buNone/>
            </a:pPr>
            <a:r>
              <a:rPr lang="ko-KR" sz="4000" b="1" i="0" strike="noStrike" dirty="0">
                <a:solidFill>
                  <a:srgbClr val="363D6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게임</a:t>
            </a:r>
            <a:r>
              <a:rPr lang="en-US" sz="4000" b="1" i="0" strike="noStrike" dirty="0">
                <a:solidFill>
                  <a:srgbClr val="363D6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sz="4000" b="1" i="0" strike="noStrike" dirty="0">
                <a:solidFill>
                  <a:srgbClr val="363D6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명</a:t>
            </a:r>
            <a:r>
              <a:rPr lang="en-US" sz="4000" b="1" i="0" strike="noStrike" dirty="0">
                <a:solidFill>
                  <a:srgbClr val="363D6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: LUNA ON</a:t>
            </a:r>
            <a:endParaRPr lang="ko-KR" altLang="en-US" sz="4000" b="1" i="0" strike="noStrike" dirty="0">
              <a:solidFill>
                <a:srgbClr val="363D62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marL="0" indent="0" algn="l">
              <a:lnSpc>
                <a:spcPct val="99600"/>
              </a:lnSpc>
              <a:buFontTx/>
              <a:buNone/>
            </a:pPr>
            <a:endParaRPr lang="ko-KR" altLang="en-US" sz="4000" b="0" i="0" strike="noStrike" dirty="0">
              <a:solidFill>
                <a:srgbClr val="363D62"/>
              </a:solidFill>
              <a:latin typeface="Gmarket Sans Bold" charset="0"/>
            </a:endParaRPr>
          </a:p>
          <a:p>
            <a:pPr marL="0" indent="0" algn="l">
              <a:lnSpc>
                <a:spcPct val="99600"/>
              </a:lnSpc>
              <a:buFontTx/>
              <a:buNone/>
            </a:pPr>
            <a:r>
              <a:rPr lang="ko-KR" sz="3100" b="0" i="0" strike="noStrike" dirty="0">
                <a:solidFill>
                  <a:srgbClr val="363D6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제작</a:t>
            </a:r>
            <a:r>
              <a:rPr lang="en-US" sz="3100" b="0" i="0" strike="noStrike" dirty="0">
                <a:solidFill>
                  <a:srgbClr val="363D6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sz="3100" b="0" i="0" strike="noStrike" dirty="0">
                <a:solidFill>
                  <a:srgbClr val="363D6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기간</a:t>
            </a:r>
            <a:r>
              <a:rPr lang="en-US" sz="3100" b="0" i="0" strike="noStrike" dirty="0">
                <a:solidFill>
                  <a:srgbClr val="363D6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: 2025.03 ~ 2025.05 (</a:t>
            </a:r>
            <a:r>
              <a:rPr lang="ko-KR" sz="3100" b="0" i="0" strike="noStrike" dirty="0">
                <a:solidFill>
                  <a:srgbClr val="363D6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약</a:t>
            </a:r>
            <a:r>
              <a:rPr lang="en-US" sz="3100" b="0" i="0" strike="noStrike" dirty="0">
                <a:solidFill>
                  <a:srgbClr val="363D6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6</a:t>
            </a:r>
            <a:r>
              <a:rPr lang="ko-KR" sz="3100" b="0" i="0" strike="noStrike" dirty="0">
                <a:solidFill>
                  <a:srgbClr val="363D6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주</a:t>
            </a:r>
            <a:r>
              <a:rPr lang="en-US" sz="3100" b="0" i="0" strike="noStrike" dirty="0">
                <a:solidFill>
                  <a:srgbClr val="363D6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)</a:t>
            </a:r>
            <a:endParaRPr lang="ko-KR" altLang="en-US" sz="3100" b="0" i="0" strike="noStrike" dirty="0">
              <a:solidFill>
                <a:srgbClr val="363D62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marL="0" indent="0" algn="l">
              <a:lnSpc>
                <a:spcPct val="99600"/>
              </a:lnSpc>
              <a:buFontTx/>
              <a:buNone/>
            </a:pPr>
            <a:r>
              <a:rPr lang="ko-KR" sz="3100" b="0" i="0" strike="noStrike" dirty="0">
                <a:solidFill>
                  <a:srgbClr val="363D6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제작</a:t>
            </a:r>
            <a:r>
              <a:rPr lang="en-US" sz="3100" b="0" i="0" strike="noStrike" dirty="0">
                <a:solidFill>
                  <a:srgbClr val="363D6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sz="3100" b="0" i="0" strike="noStrike" dirty="0">
                <a:solidFill>
                  <a:srgbClr val="363D6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인원</a:t>
            </a:r>
            <a:r>
              <a:rPr lang="en-US" sz="3100" b="0" i="0" strike="noStrike" dirty="0">
                <a:solidFill>
                  <a:srgbClr val="363D6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: 1</a:t>
            </a:r>
            <a:r>
              <a:rPr lang="ko-KR" sz="3100" b="0" i="0" strike="noStrike" dirty="0">
                <a:solidFill>
                  <a:srgbClr val="363D6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</a:t>
            </a:r>
            <a:endParaRPr lang="ko-KR" altLang="en-US" sz="3100" b="0" i="0" strike="noStrike" dirty="0">
              <a:solidFill>
                <a:srgbClr val="363D62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marL="0" indent="0" algn="l">
              <a:lnSpc>
                <a:spcPct val="99600"/>
              </a:lnSpc>
              <a:buFontTx/>
              <a:buNone/>
            </a:pPr>
            <a:r>
              <a:rPr lang="ko-KR" sz="3100" b="0" i="0" strike="noStrike" dirty="0">
                <a:solidFill>
                  <a:srgbClr val="363D6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사용</a:t>
            </a:r>
            <a:r>
              <a:rPr lang="en-US" sz="3100" b="0" i="0" strike="noStrike" dirty="0">
                <a:solidFill>
                  <a:srgbClr val="363D6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sz="3100" b="0" i="0" strike="noStrike" dirty="0">
                <a:solidFill>
                  <a:srgbClr val="363D6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툴</a:t>
            </a:r>
            <a:r>
              <a:rPr lang="en-US" sz="3100" b="0" i="0" strike="noStrike" dirty="0">
                <a:solidFill>
                  <a:srgbClr val="363D6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sz="3100" b="0" i="0" strike="noStrike" dirty="0">
                <a:solidFill>
                  <a:srgbClr val="363D6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및</a:t>
            </a:r>
            <a:r>
              <a:rPr lang="en-US" sz="3100" b="0" i="0" strike="noStrike" dirty="0">
                <a:solidFill>
                  <a:srgbClr val="363D6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sz="3100" b="0" i="0" strike="noStrike" dirty="0">
                <a:solidFill>
                  <a:srgbClr val="363D6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기술</a:t>
            </a:r>
            <a:r>
              <a:rPr lang="en-US" sz="3100" b="0" i="0" strike="noStrike" dirty="0">
                <a:solidFill>
                  <a:srgbClr val="363D6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: Unity6, C#</a:t>
            </a:r>
            <a:endParaRPr lang="ko-KR" altLang="en-US" sz="3100" b="0" i="0" strike="noStrike" dirty="0">
              <a:solidFill>
                <a:srgbClr val="363D62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13" name="TextBox 3"/>
          <p:cNvSpPr txBox="1"/>
          <p:nvPr/>
        </p:nvSpPr>
        <p:spPr>
          <a:xfrm>
            <a:off x="1308100" y="215898"/>
            <a:ext cx="407035" cy="229235"/>
          </a:xfrm>
          <a:prstGeom prst="rect">
            <a:avLst/>
          </a:prstGeom>
        </p:spPr>
        <p:txBody>
          <a:bodyPr vert="horz" wrap="square" lIns="0" tIns="0" rIns="0" bIns="0" numCol="1" anchor="ctr">
            <a:noAutofit/>
          </a:bodyPr>
          <a:lstStyle/>
          <a:p>
            <a:pPr marL="0" indent="0" algn="ctr">
              <a:lnSpc>
                <a:spcPct val="99600"/>
              </a:lnSpc>
              <a:buFontTx/>
              <a:buNone/>
            </a:pPr>
            <a:r>
              <a:rPr lang="en-US" sz="2000" b="0" i="0" strike="noStrike" dirty="0" smtClean="0">
                <a:solidFill>
                  <a:srgbClr val="363D62"/>
                </a:solidFill>
                <a:latin typeface="Pretendard Black" panose="02000A03000000020004" pitchFamily="2" charset="-127"/>
                <a:ea typeface="Pretendard Black" panose="02000A03000000020004" pitchFamily="2" charset="-127"/>
                <a:cs typeface="Pretendard Black" panose="02000A03000000020004" pitchFamily="2" charset="-127"/>
              </a:rPr>
              <a:t>01</a:t>
            </a:r>
            <a:endParaRPr lang="ko-KR" altLang="en-US" sz="2000" b="0" i="0" strike="noStrike" dirty="0">
              <a:solidFill>
                <a:srgbClr val="363D62"/>
              </a:solidFill>
              <a:latin typeface="Pretendard Black" panose="02000A03000000020004" pitchFamily="2" charset="-127"/>
              <a:ea typeface="Pretendard Black" panose="02000A03000000020004" pitchFamily="2" charset="-127"/>
              <a:cs typeface="Pretendard Black" panose="02000A03000000020004" pitchFamily="2" charset="-127"/>
            </a:endParaRPr>
          </a:p>
        </p:txBody>
      </p:sp>
      <p:sp>
        <p:nvSpPr>
          <p:cNvPr id="14" name="TextBox 7"/>
          <p:cNvSpPr txBox="1">
            <a:spLocks/>
          </p:cNvSpPr>
          <p:nvPr/>
        </p:nvSpPr>
        <p:spPr>
          <a:xfrm>
            <a:off x="7426325" y="25400"/>
            <a:ext cx="3473450" cy="622300"/>
          </a:xfrm>
          <a:prstGeom prst="rect">
            <a:avLst/>
          </a:prstGeom>
        </p:spPr>
        <p:txBody>
          <a:bodyPr vert="horz" wrap="square" lIns="0" tIns="0" rIns="0" bIns="0" numCol="1" anchor="ctr">
            <a:noAutofit/>
          </a:bodyPr>
          <a:lstStyle/>
          <a:p>
            <a:pPr marL="0" indent="0" algn="ctr">
              <a:lnSpc>
                <a:spcPct val="99600"/>
              </a:lnSpc>
              <a:buFontTx/>
              <a:buNone/>
            </a:pPr>
            <a:r>
              <a:rPr lang="ko-KR" altLang="en-US" sz="3000" b="1" i="0" strike="noStrike" dirty="0" smtClean="0">
                <a:solidFill>
                  <a:srgbClr val="363D62"/>
                </a:solidFill>
                <a:latin typeface="Pretendard Black" panose="02000A03000000020004" pitchFamily="2" charset="-127"/>
                <a:ea typeface="Pretendard Black" panose="02000A03000000020004" pitchFamily="2" charset="-127"/>
                <a:cs typeface="Pretendard Black" panose="02000A03000000020004" pitchFamily="2" charset="-127"/>
              </a:rPr>
              <a:t>개요</a:t>
            </a:r>
            <a:endParaRPr lang="ko-KR" altLang="en-US" sz="3000" b="1" i="0" strike="noStrike" dirty="0">
              <a:solidFill>
                <a:srgbClr val="363D62"/>
              </a:solidFill>
              <a:latin typeface="Pretendard Black" panose="02000A03000000020004" pitchFamily="2" charset="-127"/>
              <a:ea typeface="Pretendard Black" panose="02000A03000000020004" pitchFamily="2" charset="-127"/>
              <a:cs typeface="Pretendard Black" panose="02000A03000000020004" pitchFamily="2" charset="-127"/>
            </a:endParaRPr>
          </a:p>
        </p:txBody>
      </p:sp>
      <p:sp>
        <p:nvSpPr>
          <p:cNvPr id="15" name="슬라이드 번호 개체 틀 14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US" smtClean="0"/>
              <a:t>Luna ON PortFolio </a:t>
            </a:r>
            <a:fld id="{B6F15528-21DE-4FAA-801E-634DDDAF4B2B}" type="slidenum">
              <a:rPr lang="en-US" smtClean="0">
                <a:latin typeface="Pretendard Black" panose="02000A03000000020004" pitchFamily="2" charset="-127"/>
                <a:ea typeface="Pretendard Black" panose="02000A03000000020004" pitchFamily="2" charset="-127"/>
                <a:cs typeface="Pretendard Black" panose="02000A03000000020004" pitchFamily="2" charset="-127"/>
              </a:rPr>
              <a:pPr/>
              <a:t>4</a:t>
            </a:fld>
            <a:endParaRPr lang="en-US" dirty="0">
              <a:latin typeface="Pretendard Black" panose="02000A03000000020004" pitchFamily="2" charset="-127"/>
              <a:ea typeface="Pretendard Black" panose="02000A03000000020004" pitchFamily="2" charset="-127"/>
              <a:cs typeface="Pretendard Black" panose="02000A03000000020004" pitchFamily="2" charset="-127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57800" y="-2578100"/>
            <a:ext cx="15252700" cy="152527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04800"/>
            <a:ext cx="18288000" cy="9956800"/>
          </a:xfrm>
          <a:prstGeom prst="rect">
            <a:avLst/>
          </a:prstGeom>
        </p:spPr>
      </p:pic>
      <p:sp>
        <p:nvSpPr>
          <p:cNvPr id="4" name="TextBox 4"/>
          <p:cNvSpPr txBox="1"/>
          <p:nvPr/>
        </p:nvSpPr>
        <p:spPr>
          <a:xfrm>
            <a:off x="1930400" y="2095500"/>
            <a:ext cx="4940935" cy="1156335"/>
          </a:xfrm>
          <a:prstGeom prst="rect">
            <a:avLst/>
          </a:prstGeom>
        </p:spPr>
        <p:txBody>
          <a:bodyPr vert="horz" wrap="square" lIns="0" tIns="0" rIns="0" bIns="0" numCol="1" anchor="ctr">
            <a:noAutofit/>
          </a:bodyPr>
          <a:lstStyle/>
          <a:p>
            <a:pPr marL="0" indent="0" algn="l">
              <a:lnSpc>
                <a:spcPct val="99600"/>
              </a:lnSpc>
              <a:buFontTx/>
              <a:buNone/>
            </a:pPr>
            <a:r>
              <a:rPr lang="en-US" sz="6500" b="1" i="0" strike="noStrike" spc="100" dirty="0">
                <a:solidFill>
                  <a:srgbClr val="363D62"/>
                </a:solidFill>
                <a:latin typeface="Pretendard Black" panose="02000A03000000020004" pitchFamily="2" charset="-127"/>
                <a:ea typeface="Pretendard Black" panose="02000A03000000020004" pitchFamily="2" charset="-127"/>
                <a:cs typeface="Pretendard Black" panose="02000A03000000020004" pitchFamily="2" charset="-127"/>
              </a:rPr>
              <a:t>02</a:t>
            </a:r>
            <a:endParaRPr lang="ko-KR" altLang="en-US" sz="6500" b="1" i="0" strike="noStrike" dirty="0">
              <a:solidFill>
                <a:srgbClr val="363D62"/>
              </a:solidFill>
              <a:latin typeface="Pretendard Black" panose="02000A03000000020004" pitchFamily="2" charset="-127"/>
              <a:ea typeface="Pretendard Black" panose="02000A03000000020004" pitchFamily="2" charset="-127"/>
              <a:cs typeface="Pretendard Black" panose="02000A03000000020004" pitchFamily="2" charset="-127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9956800" y="4216400"/>
            <a:ext cx="7379335" cy="2312035"/>
          </a:xfrm>
          <a:prstGeom prst="rect">
            <a:avLst/>
          </a:prstGeom>
        </p:spPr>
        <p:txBody>
          <a:bodyPr vert="horz" wrap="square" lIns="0" tIns="0" rIns="0" bIns="0" numCol="1" anchor="ctr">
            <a:noAutofit/>
          </a:bodyPr>
          <a:lstStyle/>
          <a:p>
            <a:pPr marL="0" indent="0" algn="ctr">
              <a:lnSpc>
                <a:spcPct val="99600"/>
              </a:lnSpc>
              <a:buFontTx/>
              <a:buNone/>
            </a:pPr>
            <a:r>
              <a:rPr lang="ko-KR" sz="13000" b="0" i="0" strike="noStrike" dirty="0">
                <a:solidFill>
                  <a:srgbClr val="FFFFFF"/>
                </a:solidFill>
                <a:latin typeface="Pretendard Black" panose="02000A03000000020004" pitchFamily="2" charset="-127"/>
                <a:ea typeface="Pretendard Black" panose="02000A03000000020004" pitchFamily="2" charset="-127"/>
                <a:cs typeface="Pretendard Black" panose="02000A03000000020004" pitchFamily="2" charset="-127"/>
              </a:rPr>
              <a:t>개발</a:t>
            </a:r>
            <a:r>
              <a:rPr lang="en-US" sz="13000" b="0" i="0" strike="noStrike" dirty="0">
                <a:solidFill>
                  <a:srgbClr val="FFFFFF"/>
                </a:solidFill>
                <a:latin typeface="Pretendard Black" panose="02000A03000000020004" pitchFamily="2" charset="-127"/>
                <a:ea typeface="Pretendard Black" panose="02000A03000000020004" pitchFamily="2" charset="-127"/>
                <a:cs typeface="Pretendard Black" panose="02000A03000000020004" pitchFamily="2" charset="-127"/>
              </a:rPr>
              <a:t> </a:t>
            </a:r>
            <a:r>
              <a:rPr lang="ko-KR" sz="13000" b="0" i="0" strike="noStrike" dirty="0">
                <a:solidFill>
                  <a:srgbClr val="FFFFFF"/>
                </a:solidFill>
                <a:latin typeface="Pretendard Black" panose="02000A03000000020004" pitchFamily="2" charset="-127"/>
                <a:ea typeface="Pretendard Black" panose="02000A03000000020004" pitchFamily="2" charset="-127"/>
                <a:cs typeface="Pretendard Black" panose="02000A03000000020004" pitchFamily="2" charset="-127"/>
              </a:rPr>
              <a:t>의도</a:t>
            </a:r>
            <a:endParaRPr lang="ko-KR" altLang="en-US" sz="13000" b="0" i="0" strike="noStrike" dirty="0">
              <a:solidFill>
                <a:srgbClr val="FFFFFF"/>
              </a:solidFill>
              <a:latin typeface="Pretendard Black" panose="02000A03000000020004" pitchFamily="2" charset="-127"/>
              <a:ea typeface="Pretendard Black" panose="02000A03000000020004" pitchFamily="2" charset="-127"/>
              <a:cs typeface="Pretendard Black" panose="02000A03000000020004" pitchFamily="2" charset="-127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4"/>
          <p:cNvPicPr>
            <a:picLocks noChangeAspect="1"/>
          </p:cNvPicPr>
          <p:nvPr/>
        </p:nvPicPr>
        <p:blipFill>
          <a:blip r:embed="rId2">
            <a:alphaModFix amt="50000"/>
          </a:blip>
          <a:stretch>
            <a:fillRect/>
          </a:stretch>
        </p:blipFill>
        <p:spPr>
          <a:xfrm rot="-10800000">
            <a:off x="-558800" y="647700"/>
            <a:ext cx="19443700" cy="635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08100" y="965200"/>
            <a:ext cx="7480300" cy="42164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08100" y="5359400"/>
            <a:ext cx="7480300" cy="4203700"/>
          </a:xfrm>
          <a:prstGeom prst="rect">
            <a:avLst/>
          </a:prstGeom>
        </p:spPr>
      </p:pic>
      <p:sp>
        <p:nvSpPr>
          <p:cNvPr id="9" name="TextBox 9"/>
          <p:cNvSpPr txBox="1"/>
          <p:nvPr/>
        </p:nvSpPr>
        <p:spPr>
          <a:xfrm>
            <a:off x="9652000" y="1701800"/>
            <a:ext cx="6299835" cy="826135"/>
          </a:xfrm>
          <a:prstGeom prst="rect">
            <a:avLst/>
          </a:prstGeom>
        </p:spPr>
        <p:txBody>
          <a:bodyPr vert="horz" wrap="square" lIns="0" tIns="0" rIns="0" bIns="0" numCol="1" anchor="t">
            <a:noAutofit/>
          </a:bodyPr>
          <a:lstStyle/>
          <a:p>
            <a:pPr marL="0" indent="0" algn="l">
              <a:lnSpc>
                <a:spcPct val="99600"/>
              </a:lnSpc>
              <a:buFontTx/>
              <a:buNone/>
            </a:pPr>
            <a:r>
              <a:rPr lang="ko-KR" sz="4600" b="0" i="0" strike="noStrike" dirty="0">
                <a:solidFill>
                  <a:srgbClr val="363D62"/>
                </a:solidFill>
                <a:latin typeface="Pretendard Black" panose="02000A03000000020004" pitchFamily="2" charset="-127"/>
                <a:ea typeface="Pretendard Black" panose="02000A03000000020004" pitchFamily="2" charset="-127"/>
                <a:cs typeface="Pretendard Black" panose="02000A03000000020004" pitchFamily="2" charset="-127"/>
              </a:rPr>
              <a:t>왜</a:t>
            </a:r>
            <a:r>
              <a:rPr lang="en-US" sz="4600" b="0" i="0" strike="noStrike" dirty="0">
                <a:solidFill>
                  <a:srgbClr val="363D62"/>
                </a:solidFill>
                <a:latin typeface="Pretendard Black" panose="02000A03000000020004" pitchFamily="2" charset="-127"/>
                <a:ea typeface="Pretendard Black" panose="02000A03000000020004" pitchFamily="2" charset="-127"/>
                <a:cs typeface="Pretendard Black" panose="02000A03000000020004" pitchFamily="2" charset="-127"/>
              </a:rPr>
              <a:t> </a:t>
            </a:r>
            <a:r>
              <a:rPr lang="ko-KR" sz="4600" b="0" i="0" strike="noStrike" dirty="0">
                <a:solidFill>
                  <a:srgbClr val="363D62"/>
                </a:solidFill>
                <a:latin typeface="Pretendard Black" panose="02000A03000000020004" pitchFamily="2" charset="-127"/>
                <a:ea typeface="Pretendard Black" panose="02000A03000000020004" pitchFamily="2" charset="-127"/>
                <a:cs typeface="Pretendard Black" panose="02000A03000000020004" pitchFamily="2" charset="-127"/>
              </a:rPr>
              <a:t>개발하려고</a:t>
            </a:r>
            <a:r>
              <a:rPr lang="en-US" sz="4600" b="0" i="0" strike="noStrike" dirty="0">
                <a:solidFill>
                  <a:srgbClr val="363D62"/>
                </a:solidFill>
                <a:latin typeface="Pretendard Black" panose="02000A03000000020004" pitchFamily="2" charset="-127"/>
                <a:ea typeface="Pretendard Black" panose="02000A03000000020004" pitchFamily="2" charset="-127"/>
                <a:cs typeface="Pretendard Black" panose="02000A03000000020004" pitchFamily="2" charset="-127"/>
              </a:rPr>
              <a:t> </a:t>
            </a:r>
            <a:r>
              <a:rPr lang="ko-KR" sz="4600" b="0" i="0" strike="noStrike" dirty="0">
                <a:solidFill>
                  <a:srgbClr val="363D62"/>
                </a:solidFill>
                <a:latin typeface="Pretendard Black" panose="02000A03000000020004" pitchFamily="2" charset="-127"/>
                <a:ea typeface="Pretendard Black" panose="02000A03000000020004" pitchFamily="2" charset="-127"/>
                <a:cs typeface="Pretendard Black" panose="02000A03000000020004" pitchFamily="2" charset="-127"/>
              </a:rPr>
              <a:t>했을까</a:t>
            </a:r>
            <a:r>
              <a:rPr lang="en-US" sz="4600" b="0" i="0" strike="noStrike" dirty="0">
                <a:solidFill>
                  <a:srgbClr val="363D62"/>
                </a:solidFill>
                <a:latin typeface="Pretendard Black" panose="02000A03000000020004" pitchFamily="2" charset="-127"/>
                <a:ea typeface="Pretendard Black" panose="02000A03000000020004" pitchFamily="2" charset="-127"/>
                <a:cs typeface="Pretendard Black" panose="02000A03000000020004" pitchFamily="2" charset="-127"/>
              </a:rPr>
              <a:t>?</a:t>
            </a:r>
            <a:endParaRPr lang="ko-KR" altLang="en-US" sz="4600" b="0" i="0" strike="noStrike" dirty="0">
              <a:solidFill>
                <a:srgbClr val="363D62"/>
              </a:solidFill>
              <a:latin typeface="Pretendard Black" panose="02000A03000000020004" pitchFamily="2" charset="-127"/>
              <a:ea typeface="Pretendard Black" panose="02000A03000000020004" pitchFamily="2" charset="-127"/>
              <a:cs typeface="Pretendard Black" panose="02000A03000000020004" pitchFamily="2" charset="-127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9652000" y="2781300"/>
            <a:ext cx="7658735" cy="6198235"/>
          </a:xfrm>
          <a:prstGeom prst="rect">
            <a:avLst/>
          </a:prstGeom>
        </p:spPr>
        <p:txBody>
          <a:bodyPr vert="horz" wrap="square" lIns="0" tIns="0" rIns="0" bIns="0" numCol="1" anchor="t">
            <a:noAutofit/>
          </a:bodyPr>
          <a:lstStyle/>
          <a:p>
            <a:pPr marL="0" indent="0" algn="l">
              <a:lnSpc>
                <a:spcPct val="99600"/>
              </a:lnSpc>
              <a:buFontTx/>
              <a:buNone/>
            </a:pPr>
            <a:r>
              <a:rPr lang="ko-KR" sz="4000" b="1" i="0" strike="noStrike" dirty="0">
                <a:solidFill>
                  <a:srgbClr val="363D6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현재</a:t>
            </a:r>
            <a:r>
              <a:rPr lang="en-US" sz="4000" b="1" i="0" strike="noStrike" dirty="0">
                <a:solidFill>
                  <a:srgbClr val="363D6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sz="4000" b="1" i="0" strike="noStrike" dirty="0">
                <a:solidFill>
                  <a:srgbClr val="363D6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제가</a:t>
            </a:r>
            <a:r>
              <a:rPr lang="en-US" sz="4000" b="1" i="0" strike="noStrike" dirty="0">
                <a:solidFill>
                  <a:srgbClr val="363D6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sz="4000" b="1" i="0" strike="noStrike" dirty="0">
                <a:solidFill>
                  <a:srgbClr val="363D6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만들</a:t>
            </a:r>
            <a:r>
              <a:rPr lang="en-US" sz="4000" b="1" i="0" strike="noStrike" dirty="0">
                <a:solidFill>
                  <a:srgbClr val="363D6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sz="4000" b="1" i="0" strike="noStrike" dirty="0">
                <a:solidFill>
                  <a:srgbClr val="363D6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수</a:t>
            </a:r>
            <a:r>
              <a:rPr lang="en-US" sz="4000" b="1" i="0" strike="noStrike" dirty="0">
                <a:solidFill>
                  <a:srgbClr val="363D6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sz="4000" b="1" i="0" strike="noStrike" dirty="0">
                <a:solidFill>
                  <a:srgbClr val="363D6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있는</a:t>
            </a:r>
            <a:r>
              <a:rPr lang="en-US" sz="4000" b="1" i="0" strike="noStrike" dirty="0">
                <a:solidFill>
                  <a:srgbClr val="363D6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3D RPG </a:t>
            </a:r>
            <a:r>
              <a:rPr lang="ko-KR" sz="4000" b="1" i="0" strike="noStrike" dirty="0">
                <a:solidFill>
                  <a:srgbClr val="363D6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기능</a:t>
            </a:r>
            <a:r>
              <a:rPr lang="en-US" sz="4000" b="1" i="0" strike="noStrike" dirty="0">
                <a:solidFill>
                  <a:srgbClr val="363D6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sz="4000" b="1" i="0" strike="noStrike" dirty="0">
                <a:solidFill>
                  <a:srgbClr val="363D6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구현의</a:t>
            </a:r>
            <a:r>
              <a:rPr lang="en-US" sz="4000" b="1" i="0" strike="noStrike" dirty="0">
                <a:solidFill>
                  <a:srgbClr val="363D6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sz="4000" b="1" i="0" strike="noStrike" dirty="0">
                <a:solidFill>
                  <a:srgbClr val="363D6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한계가</a:t>
            </a:r>
            <a:r>
              <a:rPr lang="en-US" sz="4000" b="1" i="0" strike="noStrike" dirty="0">
                <a:solidFill>
                  <a:srgbClr val="363D6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sz="4000" b="1" i="0" strike="noStrike" dirty="0">
                <a:solidFill>
                  <a:srgbClr val="363D6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어디인지</a:t>
            </a:r>
            <a:r>
              <a:rPr lang="en-US" sz="4000" b="1" i="0" strike="noStrike" dirty="0">
                <a:solidFill>
                  <a:srgbClr val="363D6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sz="4000" b="1" i="0" strike="noStrike" dirty="0">
                <a:solidFill>
                  <a:srgbClr val="363D6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궁금했습니다</a:t>
            </a:r>
            <a:r>
              <a:rPr lang="en-US" sz="4000" b="1" i="0" strike="noStrike" dirty="0">
                <a:solidFill>
                  <a:srgbClr val="363D6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.</a:t>
            </a:r>
            <a:endParaRPr lang="ko-KR" altLang="en-US" sz="4000" b="1" i="0" strike="noStrike" dirty="0">
              <a:solidFill>
                <a:srgbClr val="363D62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marL="0" indent="0" algn="l">
              <a:lnSpc>
                <a:spcPct val="99600"/>
              </a:lnSpc>
              <a:buFontTx/>
              <a:buNone/>
            </a:pPr>
            <a:endParaRPr lang="ko-KR" altLang="en-US" sz="4000" b="1" i="0" strike="noStrike" dirty="0">
              <a:solidFill>
                <a:srgbClr val="363D62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marL="0" indent="0" algn="l">
              <a:lnSpc>
                <a:spcPct val="99600"/>
              </a:lnSpc>
              <a:buFontTx/>
              <a:buNone/>
            </a:pPr>
            <a:r>
              <a:rPr lang="ko-KR" sz="4000" b="1" i="0" strike="noStrike" dirty="0">
                <a:solidFill>
                  <a:srgbClr val="363D6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조금</a:t>
            </a:r>
            <a:r>
              <a:rPr lang="en-US" sz="4000" b="1" i="0" strike="noStrike" dirty="0">
                <a:solidFill>
                  <a:srgbClr val="363D6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sz="4000" b="1" i="0" strike="noStrike" dirty="0">
                <a:solidFill>
                  <a:srgbClr val="363D6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부족하더라도</a:t>
            </a:r>
            <a:r>
              <a:rPr lang="en-US" sz="4000" b="1" i="0" strike="noStrike" dirty="0">
                <a:solidFill>
                  <a:srgbClr val="363D6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RPG </a:t>
            </a:r>
            <a:r>
              <a:rPr lang="ko-KR" sz="4000" b="1" i="0" strike="noStrike" dirty="0">
                <a:solidFill>
                  <a:srgbClr val="363D6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게임에서</a:t>
            </a:r>
            <a:r>
              <a:rPr lang="en-US" sz="4000" b="1" i="0" strike="noStrike" dirty="0">
                <a:solidFill>
                  <a:srgbClr val="363D6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sz="4000" b="1" i="0" strike="noStrike" dirty="0">
                <a:solidFill>
                  <a:srgbClr val="363D6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흔하게</a:t>
            </a:r>
            <a:r>
              <a:rPr lang="en-US" sz="4000" b="1" i="0" strike="noStrike" dirty="0">
                <a:solidFill>
                  <a:srgbClr val="363D6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sz="4000" b="1" i="0" strike="noStrike" dirty="0">
                <a:solidFill>
                  <a:srgbClr val="363D6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만나볼</a:t>
            </a:r>
            <a:r>
              <a:rPr lang="en-US" sz="4000" b="1" i="0" strike="noStrike" dirty="0">
                <a:solidFill>
                  <a:srgbClr val="363D6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sz="4000" b="1" i="0" strike="noStrike" dirty="0">
                <a:solidFill>
                  <a:srgbClr val="363D6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수</a:t>
            </a:r>
            <a:r>
              <a:rPr lang="en-US" sz="4000" b="1" i="0" strike="noStrike" dirty="0">
                <a:solidFill>
                  <a:srgbClr val="363D6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sz="4000" b="1" i="0" strike="noStrike" dirty="0">
                <a:solidFill>
                  <a:srgbClr val="363D6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있는</a:t>
            </a:r>
            <a:r>
              <a:rPr lang="en-US" sz="4000" b="1" i="0" strike="noStrike" dirty="0">
                <a:solidFill>
                  <a:srgbClr val="363D6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sz="4000" b="1" i="0" strike="noStrike" dirty="0">
                <a:solidFill>
                  <a:srgbClr val="363D6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요소들</a:t>
            </a:r>
            <a:r>
              <a:rPr lang="en-US" sz="4000" b="1" i="0" strike="noStrike" dirty="0">
                <a:solidFill>
                  <a:srgbClr val="363D6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sz="4000" b="1" i="0" strike="noStrike" dirty="0">
                <a:solidFill>
                  <a:srgbClr val="363D6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위주로</a:t>
            </a:r>
            <a:r>
              <a:rPr lang="en-US" sz="4000" b="1" i="0" strike="noStrike" dirty="0">
                <a:solidFill>
                  <a:srgbClr val="363D6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sz="4000" b="1" i="0" strike="noStrike" dirty="0">
                <a:solidFill>
                  <a:srgbClr val="363D6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구현하려고</a:t>
            </a:r>
            <a:r>
              <a:rPr lang="en-US" sz="4000" b="1" i="0" strike="noStrike" dirty="0">
                <a:solidFill>
                  <a:srgbClr val="363D6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sz="4000" b="1" i="0" strike="noStrike" dirty="0">
                <a:solidFill>
                  <a:srgbClr val="363D6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노력했습니다</a:t>
            </a:r>
            <a:r>
              <a:rPr lang="en-US" sz="4000" b="1" i="0" strike="noStrike" dirty="0">
                <a:solidFill>
                  <a:srgbClr val="363D6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.</a:t>
            </a:r>
            <a:endParaRPr lang="ko-KR" altLang="en-US" sz="4000" b="1" i="0" strike="noStrike" dirty="0">
              <a:solidFill>
                <a:srgbClr val="363D62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marL="0" indent="0" algn="l">
              <a:lnSpc>
                <a:spcPct val="99600"/>
              </a:lnSpc>
              <a:buFontTx/>
              <a:buNone/>
            </a:pPr>
            <a:endParaRPr lang="ko-KR" altLang="en-US" sz="4000" b="1" i="0" strike="noStrike" dirty="0">
              <a:solidFill>
                <a:srgbClr val="363D62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marL="0" indent="0" algn="l">
              <a:lnSpc>
                <a:spcPct val="99600"/>
              </a:lnSpc>
              <a:buFontTx/>
              <a:buNone/>
            </a:pPr>
            <a:r>
              <a:rPr lang="ko-KR" sz="4000" b="1" i="0" strike="noStrike" dirty="0">
                <a:solidFill>
                  <a:srgbClr val="363D6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퀘스트</a:t>
            </a:r>
            <a:r>
              <a:rPr lang="en-US" sz="4000" b="1" i="0" strike="noStrike" dirty="0">
                <a:solidFill>
                  <a:srgbClr val="363D6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, </a:t>
            </a:r>
            <a:r>
              <a:rPr lang="ko-KR" sz="4000" b="1" i="0" strike="noStrike" dirty="0">
                <a:solidFill>
                  <a:srgbClr val="363D6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보스</a:t>
            </a:r>
            <a:r>
              <a:rPr lang="en-US" sz="4000" b="1" i="0" strike="noStrike" dirty="0">
                <a:solidFill>
                  <a:srgbClr val="363D6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sz="4000" b="1" i="0" strike="noStrike" dirty="0">
                <a:solidFill>
                  <a:srgbClr val="363D6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몬스터에</a:t>
            </a:r>
            <a:r>
              <a:rPr lang="en-US" sz="4000" b="1" i="0" strike="noStrike" dirty="0">
                <a:solidFill>
                  <a:srgbClr val="363D6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sz="4000" b="1" i="0" strike="noStrike" dirty="0">
                <a:solidFill>
                  <a:srgbClr val="363D6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중점을</a:t>
            </a:r>
            <a:r>
              <a:rPr lang="en-US" sz="4000" b="1" i="0" strike="noStrike" dirty="0">
                <a:solidFill>
                  <a:srgbClr val="363D6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sz="4000" b="1" i="0" strike="noStrike" dirty="0">
                <a:solidFill>
                  <a:srgbClr val="363D6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두어</a:t>
            </a:r>
            <a:r>
              <a:rPr lang="en-US" sz="4000" b="1" i="0" strike="noStrike" dirty="0">
                <a:solidFill>
                  <a:srgbClr val="363D6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sz="4000" b="1" i="0" strike="noStrike" dirty="0">
                <a:solidFill>
                  <a:srgbClr val="363D6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개발했습니다</a:t>
            </a:r>
            <a:r>
              <a:rPr lang="en-US" sz="4000" b="1" i="0" strike="noStrike" dirty="0">
                <a:solidFill>
                  <a:srgbClr val="363D6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.</a:t>
            </a:r>
            <a:endParaRPr lang="ko-KR" altLang="en-US" sz="4000" b="1" i="0" strike="noStrike" dirty="0">
              <a:solidFill>
                <a:srgbClr val="363D62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13" name="TextBox 3"/>
          <p:cNvSpPr txBox="1"/>
          <p:nvPr/>
        </p:nvSpPr>
        <p:spPr>
          <a:xfrm>
            <a:off x="1308100" y="215898"/>
            <a:ext cx="407035" cy="229235"/>
          </a:xfrm>
          <a:prstGeom prst="rect">
            <a:avLst/>
          </a:prstGeom>
        </p:spPr>
        <p:txBody>
          <a:bodyPr vert="horz" wrap="square" lIns="0" tIns="0" rIns="0" bIns="0" numCol="1" anchor="ctr">
            <a:noAutofit/>
          </a:bodyPr>
          <a:lstStyle/>
          <a:p>
            <a:pPr marL="0" indent="0" algn="ctr">
              <a:lnSpc>
                <a:spcPct val="99600"/>
              </a:lnSpc>
              <a:buFontTx/>
              <a:buNone/>
            </a:pPr>
            <a:r>
              <a:rPr lang="en-US" sz="2000" b="0" i="0" strike="noStrike" dirty="0" smtClean="0">
                <a:solidFill>
                  <a:srgbClr val="363D62"/>
                </a:solidFill>
                <a:latin typeface="Pretendard Black" panose="02000A03000000020004" pitchFamily="2" charset="-127"/>
                <a:ea typeface="Pretendard Black" panose="02000A03000000020004" pitchFamily="2" charset="-127"/>
                <a:cs typeface="Pretendard Black" panose="02000A03000000020004" pitchFamily="2" charset="-127"/>
              </a:rPr>
              <a:t>02</a:t>
            </a:r>
            <a:endParaRPr lang="ko-KR" altLang="en-US" sz="2000" b="0" i="0" strike="noStrike" dirty="0">
              <a:solidFill>
                <a:srgbClr val="363D62"/>
              </a:solidFill>
              <a:latin typeface="Pretendard Black" panose="02000A03000000020004" pitchFamily="2" charset="-127"/>
              <a:ea typeface="Pretendard Black" panose="02000A03000000020004" pitchFamily="2" charset="-127"/>
              <a:cs typeface="Pretendard Black" panose="02000A03000000020004" pitchFamily="2" charset="-127"/>
            </a:endParaRPr>
          </a:p>
        </p:txBody>
      </p:sp>
      <p:sp>
        <p:nvSpPr>
          <p:cNvPr id="14" name="TextBox 7"/>
          <p:cNvSpPr txBox="1">
            <a:spLocks/>
          </p:cNvSpPr>
          <p:nvPr/>
        </p:nvSpPr>
        <p:spPr>
          <a:xfrm>
            <a:off x="7426325" y="25400"/>
            <a:ext cx="3473450" cy="622300"/>
          </a:xfrm>
          <a:prstGeom prst="rect">
            <a:avLst/>
          </a:prstGeom>
        </p:spPr>
        <p:txBody>
          <a:bodyPr vert="horz" wrap="square" lIns="0" tIns="0" rIns="0" bIns="0" numCol="1" anchor="ctr">
            <a:noAutofit/>
          </a:bodyPr>
          <a:lstStyle/>
          <a:p>
            <a:pPr marL="0" indent="0" algn="ctr">
              <a:lnSpc>
                <a:spcPct val="99600"/>
              </a:lnSpc>
              <a:buFontTx/>
              <a:buNone/>
            </a:pPr>
            <a:r>
              <a:rPr lang="ko-KR" altLang="en-US" sz="3000" b="1" i="0" strike="noStrike" dirty="0" smtClean="0">
                <a:solidFill>
                  <a:srgbClr val="363D62"/>
                </a:solidFill>
                <a:latin typeface="Pretendard Black" panose="02000A03000000020004" pitchFamily="2" charset="-127"/>
                <a:ea typeface="Pretendard Black" panose="02000A03000000020004" pitchFamily="2" charset="-127"/>
                <a:cs typeface="Pretendard Black" panose="02000A03000000020004" pitchFamily="2" charset="-127"/>
              </a:rPr>
              <a:t>개발 의도</a:t>
            </a:r>
            <a:endParaRPr lang="ko-KR" altLang="en-US" sz="3000" b="1" i="0" strike="noStrike" dirty="0">
              <a:solidFill>
                <a:srgbClr val="363D62"/>
              </a:solidFill>
              <a:latin typeface="Pretendard Black" panose="02000A03000000020004" pitchFamily="2" charset="-127"/>
              <a:ea typeface="Pretendard Black" panose="02000A03000000020004" pitchFamily="2" charset="-127"/>
              <a:cs typeface="Pretendard Black" panose="02000A03000000020004" pitchFamily="2" charset="-127"/>
            </a:endParaRPr>
          </a:p>
        </p:txBody>
      </p:sp>
      <p:sp>
        <p:nvSpPr>
          <p:cNvPr id="15" name="슬라이드 번호 개체 틀 14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US" dirty="0" smtClean="0"/>
              <a:t>Luna ON PortFolio </a:t>
            </a:r>
            <a:fld id="{B6F15528-21DE-4FAA-801E-634DDDAF4B2B}" type="slidenum">
              <a:rPr lang="en-US" smtClean="0">
                <a:latin typeface="Pretendard Black" panose="02000A03000000020004" pitchFamily="2" charset="-127"/>
                <a:ea typeface="Pretendard Black" panose="02000A03000000020004" pitchFamily="2" charset="-127"/>
                <a:cs typeface="Pretendard Black" panose="02000A03000000020004" pitchFamily="2" charset="-127"/>
              </a:rPr>
              <a:pPr/>
              <a:t>6</a:t>
            </a:fld>
            <a:endParaRPr lang="en-US" dirty="0">
              <a:latin typeface="Pretendard Black" panose="02000A03000000020004" pitchFamily="2" charset="-127"/>
              <a:ea typeface="Pretendard Black" panose="02000A03000000020004" pitchFamily="2" charset="-127"/>
              <a:cs typeface="Pretendard Black" panose="02000A03000000020004" pitchFamily="2" charset="-127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57800" y="-2578100"/>
            <a:ext cx="15252700" cy="152527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04800"/>
            <a:ext cx="18288000" cy="9956800"/>
          </a:xfrm>
          <a:prstGeom prst="rect">
            <a:avLst/>
          </a:prstGeom>
        </p:spPr>
      </p:pic>
      <p:sp>
        <p:nvSpPr>
          <p:cNvPr id="4" name="TextBox 4"/>
          <p:cNvSpPr txBox="1"/>
          <p:nvPr/>
        </p:nvSpPr>
        <p:spPr>
          <a:xfrm>
            <a:off x="1930400" y="2095500"/>
            <a:ext cx="4940935" cy="1156335"/>
          </a:xfrm>
          <a:prstGeom prst="rect">
            <a:avLst/>
          </a:prstGeom>
        </p:spPr>
        <p:txBody>
          <a:bodyPr vert="horz" wrap="square" lIns="0" tIns="0" rIns="0" bIns="0" numCol="1" anchor="ctr">
            <a:noAutofit/>
          </a:bodyPr>
          <a:lstStyle/>
          <a:p>
            <a:pPr marL="0" indent="0" algn="l">
              <a:lnSpc>
                <a:spcPct val="99600"/>
              </a:lnSpc>
              <a:buFontTx/>
              <a:buNone/>
            </a:pPr>
            <a:r>
              <a:rPr lang="en-US" sz="6500" b="1" i="0" strike="noStrike" spc="100" dirty="0">
                <a:solidFill>
                  <a:srgbClr val="363D62"/>
                </a:solidFill>
                <a:latin typeface="Pretendard Black" panose="02000A03000000020004" pitchFamily="2" charset="-127"/>
                <a:ea typeface="Pretendard Black" panose="02000A03000000020004" pitchFamily="2" charset="-127"/>
                <a:cs typeface="Pretendard Black" panose="02000A03000000020004" pitchFamily="2" charset="-127"/>
              </a:rPr>
              <a:t>03</a:t>
            </a:r>
            <a:endParaRPr lang="ko-KR" altLang="en-US" sz="6500" b="1" i="0" strike="noStrike" dirty="0">
              <a:solidFill>
                <a:srgbClr val="363D62"/>
              </a:solidFill>
              <a:latin typeface="Pretendard Black" panose="02000A03000000020004" pitchFamily="2" charset="-127"/>
              <a:ea typeface="Pretendard Black" panose="02000A03000000020004" pitchFamily="2" charset="-127"/>
              <a:cs typeface="Pretendard Black" panose="02000A03000000020004" pitchFamily="2" charset="-127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9956800" y="4216400"/>
            <a:ext cx="7379335" cy="2312035"/>
          </a:xfrm>
          <a:prstGeom prst="rect">
            <a:avLst/>
          </a:prstGeom>
        </p:spPr>
        <p:txBody>
          <a:bodyPr vert="horz" wrap="square" lIns="0" tIns="0" rIns="0" bIns="0" numCol="1" anchor="ctr">
            <a:noAutofit/>
          </a:bodyPr>
          <a:lstStyle/>
          <a:p>
            <a:pPr marL="0" indent="0" algn="ctr">
              <a:lnSpc>
                <a:spcPct val="99600"/>
              </a:lnSpc>
              <a:buFontTx/>
              <a:buNone/>
            </a:pPr>
            <a:r>
              <a:rPr lang="ko-KR" sz="13000" b="0" i="0" strike="noStrike" dirty="0">
                <a:solidFill>
                  <a:srgbClr val="FFFFFF"/>
                </a:solidFill>
                <a:latin typeface="Pretendard Black" panose="02000A03000000020004" pitchFamily="2" charset="-127"/>
                <a:ea typeface="Pretendard Black" panose="02000A03000000020004" pitchFamily="2" charset="-127"/>
                <a:cs typeface="Pretendard Black" panose="02000A03000000020004" pitchFamily="2" charset="-127"/>
              </a:rPr>
              <a:t>기능</a:t>
            </a:r>
            <a:r>
              <a:rPr lang="en-US" sz="13000" b="0" i="0" strike="noStrike" dirty="0">
                <a:solidFill>
                  <a:srgbClr val="FFFFFF"/>
                </a:solidFill>
                <a:latin typeface="Pretendard Black" panose="02000A03000000020004" pitchFamily="2" charset="-127"/>
                <a:ea typeface="Pretendard Black" panose="02000A03000000020004" pitchFamily="2" charset="-127"/>
                <a:cs typeface="Pretendard Black" panose="02000A03000000020004" pitchFamily="2" charset="-127"/>
              </a:rPr>
              <a:t> </a:t>
            </a:r>
            <a:r>
              <a:rPr lang="ko-KR" sz="13000" b="0" i="0" strike="noStrike" dirty="0">
                <a:solidFill>
                  <a:srgbClr val="FFFFFF"/>
                </a:solidFill>
                <a:latin typeface="Pretendard Black" panose="02000A03000000020004" pitchFamily="2" charset="-127"/>
                <a:ea typeface="Pretendard Black" panose="02000A03000000020004" pitchFamily="2" charset="-127"/>
                <a:cs typeface="Pretendard Black" panose="02000A03000000020004" pitchFamily="2" charset="-127"/>
              </a:rPr>
              <a:t>구현</a:t>
            </a:r>
            <a:endParaRPr lang="ko-KR" altLang="en-US" sz="13000" b="0" i="0" strike="noStrike" dirty="0">
              <a:solidFill>
                <a:srgbClr val="FFFFFF"/>
              </a:solidFill>
              <a:latin typeface="Pretendard Black" panose="02000A03000000020004" pitchFamily="2" charset="-127"/>
              <a:ea typeface="Pretendard Black" panose="02000A03000000020004" pitchFamily="2" charset="-127"/>
              <a:cs typeface="Pretendard Black" panose="02000A03000000020004" pitchFamily="2" charset="-127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4"/>
          <p:cNvPicPr>
            <a:picLocks noChangeAspect="1"/>
          </p:cNvPicPr>
          <p:nvPr/>
        </p:nvPicPr>
        <p:blipFill>
          <a:blip r:embed="rId2">
            <a:alphaModFix amt="50000"/>
          </a:blip>
          <a:stretch>
            <a:fillRect/>
          </a:stretch>
        </p:blipFill>
        <p:spPr>
          <a:xfrm rot="-10800000">
            <a:off x="-558800" y="647700"/>
            <a:ext cx="19443700" cy="635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15135" y="2461559"/>
            <a:ext cx="4762500" cy="26797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81800" y="2463800"/>
            <a:ext cx="4762500" cy="26797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848465" y="2463800"/>
            <a:ext cx="4762500" cy="2679700"/>
          </a:xfrm>
          <a:prstGeom prst="rect">
            <a:avLst/>
          </a:prstGeom>
        </p:spPr>
      </p:pic>
      <p:sp>
        <p:nvSpPr>
          <p:cNvPr id="12" name="TextBox 12"/>
          <p:cNvSpPr txBox="1"/>
          <p:nvPr/>
        </p:nvSpPr>
        <p:spPr>
          <a:xfrm>
            <a:off x="1302049" y="1142999"/>
            <a:ext cx="6299835" cy="826135"/>
          </a:xfrm>
          <a:prstGeom prst="rect">
            <a:avLst/>
          </a:prstGeom>
        </p:spPr>
        <p:txBody>
          <a:bodyPr vert="horz" wrap="square" lIns="0" tIns="0" rIns="0" bIns="0" numCol="1" anchor="t">
            <a:noAutofit/>
          </a:bodyPr>
          <a:lstStyle/>
          <a:p>
            <a:pPr marL="0" indent="0" algn="l">
              <a:lnSpc>
                <a:spcPct val="99600"/>
              </a:lnSpc>
              <a:buFontTx/>
              <a:buNone/>
            </a:pPr>
            <a:r>
              <a:rPr lang="ko-KR" sz="4600" b="1" i="0" strike="noStrike" dirty="0">
                <a:solidFill>
                  <a:srgbClr val="363D62"/>
                </a:solidFill>
                <a:latin typeface="Pretendard Black" panose="02000A03000000020004" pitchFamily="2" charset="-127"/>
                <a:ea typeface="Pretendard Black" panose="02000A03000000020004" pitchFamily="2" charset="-127"/>
                <a:cs typeface="Pretendard Black" panose="02000A03000000020004" pitchFamily="2" charset="-127"/>
              </a:rPr>
              <a:t>보스</a:t>
            </a:r>
            <a:r>
              <a:rPr lang="en-US" sz="4600" b="1" i="0" strike="noStrike" dirty="0">
                <a:solidFill>
                  <a:srgbClr val="363D62"/>
                </a:solidFill>
                <a:latin typeface="Pretendard Black" panose="02000A03000000020004" pitchFamily="2" charset="-127"/>
                <a:ea typeface="Pretendard Black" panose="02000A03000000020004" pitchFamily="2" charset="-127"/>
                <a:cs typeface="Pretendard Black" panose="02000A03000000020004" pitchFamily="2" charset="-127"/>
              </a:rPr>
              <a:t> AI </a:t>
            </a:r>
            <a:r>
              <a:rPr lang="ko-KR" sz="4600" b="1" i="0" strike="noStrike" dirty="0" err="1">
                <a:solidFill>
                  <a:srgbClr val="363D62"/>
                </a:solidFill>
                <a:latin typeface="Pretendard Black" panose="02000A03000000020004" pitchFamily="2" charset="-127"/>
                <a:ea typeface="Pretendard Black" panose="02000A03000000020004" pitchFamily="2" charset="-127"/>
                <a:cs typeface="Pretendard Black" panose="02000A03000000020004" pitchFamily="2" charset="-127"/>
              </a:rPr>
              <a:t>상태머신</a:t>
            </a:r>
            <a:r>
              <a:rPr lang="en-US" sz="4600" b="1" i="0" strike="noStrike" dirty="0">
                <a:solidFill>
                  <a:srgbClr val="363D62"/>
                </a:solidFill>
                <a:latin typeface="Pretendard Black" panose="02000A03000000020004" pitchFamily="2" charset="-127"/>
                <a:ea typeface="Pretendard Black" panose="02000A03000000020004" pitchFamily="2" charset="-127"/>
                <a:cs typeface="Pretendard Black" panose="02000A03000000020004" pitchFamily="2" charset="-127"/>
              </a:rPr>
              <a:t> </a:t>
            </a:r>
            <a:r>
              <a:rPr lang="ko-KR" sz="4600" b="1" i="0" strike="noStrike" dirty="0">
                <a:solidFill>
                  <a:srgbClr val="363D62"/>
                </a:solidFill>
                <a:latin typeface="Pretendard Black" panose="02000A03000000020004" pitchFamily="2" charset="-127"/>
                <a:ea typeface="Pretendard Black" panose="02000A03000000020004" pitchFamily="2" charset="-127"/>
                <a:cs typeface="Pretendard Black" panose="02000A03000000020004" pitchFamily="2" charset="-127"/>
              </a:rPr>
              <a:t>구조</a:t>
            </a:r>
            <a:endParaRPr lang="ko-KR" altLang="en-US" sz="4600" b="1" i="0" strike="noStrike" dirty="0">
              <a:solidFill>
                <a:srgbClr val="363D62"/>
              </a:solidFill>
              <a:latin typeface="Pretendard Black" panose="02000A03000000020004" pitchFamily="2" charset="-127"/>
              <a:ea typeface="Pretendard Black" panose="02000A03000000020004" pitchFamily="2" charset="-127"/>
              <a:cs typeface="Pretendard Black" panose="02000A03000000020004" pitchFamily="2" charset="-127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1302049" y="1815465"/>
            <a:ext cx="6236335" cy="356235"/>
          </a:xfrm>
          <a:prstGeom prst="rect">
            <a:avLst/>
          </a:prstGeom>
        </p:spPr>
        <p:txBody>
          <a:bodyPr vert="horz" wrap="square" lIns="0" tIns="0" rIns="0" bIns="0" numCol="1" anchor="t">
            <a:noAutofit/>
          </a:bodyPr>
          <a:lstStyle/>
          <a:p>
            <a:pPr marL="0" indent="0" algn="l">
              <a:lnSpc>
                <a:spcPct val="99600"/>
              </a:lnSpc>
              <a:buFontTx/>
              <a:buNone/>
            </a:pPr>
            <a:r>
              <a:rPr lang="ko-KR" sz="2000" b="1" i="0" strike="noStrike" dirty="0">
                <a:solidFill>
                  <a:srgbClr val="363D6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상태</a:t>
            </a:r>
            <a:r>
              <a:rPr lang="en-US" sz="2000" b="1" i="0" strike="noStrike" dirty="0">
                <a:solidFill>
                  <a:srgbClr val="363D6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sz="2000" b="1" i="0" strike="noStrike" dirty="0">
                <a:solidFill>
                  <a:srgbClr val="363D6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전이</a:t>
            </a:r>
            <a:r>
              <a:rPr lang="en-US" sz="2000" b="1" i="0" strike="noStrike" dirty="0">
                <a:solidFill>
                  <a:srgbClr val="363D6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sz="2000" b="1" i="0" strike="noStrike" dirty="0">
                <a:solidFill>
                  <a:srgbClr val="363D6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구조</a:t>
            </a:r>
            <a:r>
              <a:rPr lang="en-US" sz="2000" b="1" i="0" strike="noStrike" dirty="0">
                <a:solidFill>
                  <a:srgbClr val="363D6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, </a:t>
            </a:r>
            <a:r>
              <a:rPr lang="ko-KR" sz="2000" b="1" i="0" strike="noStrike" dirty="0">
                <a:solidFill>
                  <a:srgbClr val="363D6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공격</a:t>
            </a:r>
            <a:r>
              <a:rPr lang="en-US" sz="2000" b="1" i="0" strike="noStrike" dirty="0">
                <a:solidFill>
                  <a:srgbClr val="363D6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/</a:t>
            </a:r>
            <a:r>
              <a:rPr lang="ko-KR" sz="2000" b="1" i="0" strike="noStrike" dirty="0">
                <a:solidFill>
                  <a:srgbClr val="363D6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대기</a:t>
            </a:r>
            <a:r>
              <a:rPr lang="en-US" sz="2000" b="1" i="0" strike="noStrike" dirty="0">
                <a:solidFill>
                  <a:srgbClr val="363D6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/</a:t>
            </a:r>
            <a:r>
              <a:rPr lang="ko-KR" sz="2000" b="1" i="0" strike="noStrike" dirty="0">
                <a:solidFill>
                  <a:srgbClr val="363D6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피격</a:t>
            </a:r>
            <a:r>
              <a:rPr lang="en-US" sz="2000" b="1" i="0" strike="noStrike" dirty="0">
                <a:solidFill>
                  <a:srgbClr val="363D6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sz="2000" b="1" i="0" strike="noStrike" dirty="0" err="1">
                <a:solidFill>
                  <a:srgbClr val="363D6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로직</a:t>
            </a:r>
            <a:endParaRPr lang="ko-KR" altLang="en-US" sz="2000" b="1" i="0" strike="noStrike" dirty="0">
              <a:solidFill>
                <a:srgbClr val="363D62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grpSp>
        <p:nvGrpSpPr>
          <p:cNvPr id="19" name="그룹 18"/>
          <p:cNvGrpSpPr/>
          <p:nvPr/>
        </p:nvGrpSpPr>
        <p:grpSpPr>
          <a:xfrm>
            <a:off x="2673032" y="5372100"/>
            <a:ext cx="13519468" cy="4546600"/>
            <a:chOff x="1980565" y="5435600"/>
            <a:chExt cx="13519468" cy="4546600"/>
          </a:xfrm>
        </p:grpSpPr>
        <p:pic>
          <p:nvPicPr>
            <p:cNvPr id="8" name="Picture 8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8406765" y="5435600"/>
              <a:ext cx="6172200" cy="1473200"/>
            </a:xfrm>
            <a:prstGeom prst="rect">
              <a:avLst/>
            </a:prstGeom>
          </p:spPr>
        </p:pic>
        <p:pic>
          <p:nvPicPr>
            <p:cNvPr id="9" name="Picture 9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1980565" y="5435600"/>
              <a:ext cx="6172200" cy="4546600"/>
            </a:xfrm>
            <a:prstGeom prst="rect">
              <a:avLst/>
            </a:prstGeom>
          </p:spPr>
        </p:pic>
        <p:sp>
          <p:nvSpPr>
            <p:cNvPr id="14" name="TextBox 14"/>
            <p:cNvSpPr txBox="1"/>
            <p:nvPr/>
          </p:nvSpPr>
          <p:spPr>
            <a:xfrm>
              <a:off x="8432165" y="6997700"/>
              <a:ext cx="7067868" cy="2794635"/>
            </a:xfrm>
            <a:prstGeom prst="rect">
              <a:avLst/>
            </a:prstGeom>
          </p:spPr>
          <p:txBody>
            <a:bodyPr vert="horz" wrap="square" lIns="0" tIns="0" rIns="0" bIns="0" numCol="1" anchor="t">
              <a:noAutofit/>
            </a:bodyPr>
            <a:lstStyle/>
            <a:p>
              <a:pPr marL="342900" indent="-342900" algn="l">
                <a:lnSpc>
                  <a:spcPct val="99600"/>
                </a:lnSpc>
                <a:buFont typeface="Arial" panose="020B0604020202020204" pitchFamily="34" charset="0"/>
                <a:buChar char="•"/>
              </a:pPr>
              <a:r>
                <a:rPr lang="ko-KR" sz="2000" b="1" i="0" strike="noStrike" dirty="0">
                  <a:solidFill>
                    <a:srgbClr val="363D62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보스</a:t>
              </a:r>
              <a:r>
                <a:rPr lang="en-US" sz="2000" b="1" i="0" strike="noStrike" dirty="0">
                  <a:solidFill>
                    <a:srgbClr val="363D62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 AI</a:t>
              </a:r>
              <a:r>
                <a:rPr lang="ko-KR" sz="2000" b="1" i="0" strike="noStrike" dirty="0">
                  <a:solidFill>
                    <a:srgbClr val="363D62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는</a:t>
              </a:r>
              <a:r>
                <a:rPr lang="en-US" sz="2000" b="1" i="0" strike="noStrike" dirty="0">
                  <a:solidFill>
                    <a:srgbClr val="363D62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 </a:t>
              </a:r>
              <a:r>
                <a:rPr lang="ko-KR" sz="2000" b="1" i="0" strike="noStrike" dirty="0">
                  <a:solidFill>
                    <a:srgbClr val="363D62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유한</a:t>
              </a:r>
              <a:r>
                <a:rPr lang="en-US" sz="2000" b="1" i="0" strike="noStrike" dirty="0">
                  <a:solidFill>
                    <a:srgbClr val="363D62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 </a:t>
              </a:r>
              <a:r>
                <a:rPr lang="ko-KR" sz="2000" b="1" i="0" strike="noStrike" dirty="0" err="1">
                  <a:solidFill>
                    <a:srgbClr val="363D62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상태머신</a:t>
              </a:r>
              <a:r>
                <a:rPr lang="en-US" sz="2000" b="1" i="0" strike="noStrike" dirty="0">
                  <a:solidFill>
                    <a:srgbClr val="363D62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(FSM) </a:t>
              </a:r>
              <a:r>
                <a:rPr lang="ko-KR" sz="2000" b="1" i="0" strike="noStrike" dirty="0">
                  <a:solidFill>
                    <a:srgbClr val="363D62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기반으로</a:t>
              </a:r>
              <a:r>
                <a:rPr lang="en-US" sz="2000" b="1" i="0" strike="noStrike" dirty="0">
                  <a:solidFill>
                    <a:srgbClr val="363D62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 </a:t>
              </a:r>
              <a:r>
                <a:rPr lang="ko-KR" sz="2000" b="1" i="0" strike="noStrike" dirty="0">
                  <a:solidFill>
                    <a:srgbClr val="363D62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공격</a:t>
              </a:r>
              <a:r>
                <a:rPr lang="en-US" sz="2000" b="1" i="0" strike="noStrike" dirty="0">
                  <a:solidFill>
                    <a:srgbClr val="363D62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, </a:t>
              </a:r>
              <a:r>
                <a:rPr lang="ko-KR" sz="2000" b="1" i="0" strike="noStrike" dirty="0">
                  <a:solidFill>
                    <a:srgbClr val="363D62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대기</a:t>
              </a:r>
              <a:r>
                <a:rPr lang="en-US" sz="2000" b="1" i="0" strike="noStrike" dirty="0">
                  <a:solidFill>
                    <a:srgbClr val="363D62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, </a:t>
              </a:r>
              <a:r>
                <a:rPr lang="ko-KR" sz="2000" b="1" i="0" strike="noStrike" dirty="0">
                  <a:solidFill>
                    <a:srgbClr val="363D62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추적</a:t>
              </a:r>
              <a:r>
                <a:rPr lang="en-US" sz="2000" b="1" i="0" strike="noStrike" dirty="0">
                  <a:solidFill>
                    <a:srgbClr val="363D62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, </a:t>
              </a:r>
              <a:r>
                <a:rPr lang="ko-KR" sz="2000" b="1" i="0" strike="noStrike" dirty="0">
                  <a:solidFill>
                    <a:srgbClr val="363D62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피격</a:t>
              </a:r>
              <a:r>
                <a:rPr lang="en-US" sz="2000" b="1" i="0" strike="noStrike" dirty="0" smtClean="0">
                  <a:solidFill>
                    <a:srgbClr val="363D62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, </a:t>
              </a:r>
              <a:r>
                <a:rPr lang="ko-KR" sz="2000" b="1" i="0" strike="noStrike" dirty="0" smtClean="0">
                  <a:solidFill>
                    <a:srgbClr val="363D62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비행</a:t>
              </a:r>
              <a:r>
                <a:rPr lang="en-US" sz="2000" b="1" i="0" strike="noStrike" dirty="0" smtClean="0">
                  <a:solidFill>
                    <a:srgbClr val="363D62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 </a:t>
              </a:r>
              <a:r>
                <a:rPr lang="ko-KR" sz="2000" b="1" i="0" strike="noStrike" dirty="0">
                  <a:solidFill>
                    <a:srgbClr val="363D62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등의</a:t>
              </a:r>
              <a:r>
                <a:rPr lang="en-US" sz="2000" b="1" i="0" strike="noStrike" dirty="0">
                  <a:solidFill>
                    <a:srgbClr val="363D62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 </a:t>
              </a:r>
              <a:r>
                <a:rPr lang="ko-KR" sz="2000" b="1" i="0" strike="noStrike" dirty="0">
                  <a:solidFill>
                    <a:srgbClr val="363D62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상태를</a:t>
              </a:r>
              <a:r>
                <a:rPr lang="en-US" sz="2000" b="1" i="0" strike="noStrike" dirty="0">
                  <a:solidFill>
                    <a:srgbClr val="363D62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 </a:t>
              </a:r>
              <a:r>
                <a:rPr lang="ko-KR" sz="2000" b="1" i="0" strike="noStrike" dirty="0">
                  <a:solidFill>
                    <a:srgbClr val="363D62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전환하며</a:t>
              </a:r>
              <a:r>
                <a:rPr lang="en-US" sz="2000" b="1" i="0" strike="noStrike" dirty="0">
                  <a:solidFill>
                    <a:srgbClr val="363D62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 </a:t>
              </a:r>
              <a:r>
                <a:rPr lang="ko-KR" sz="2000" b="1" i="0" strike="noStrike" dirty="0">
                  <a:solidFill>
                    <a:srgbClr val="363D62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동작합니다</a:t>
              </a:r>
              <a:r>
                <a:rPr lang="en-US" sz="2000" b="1" i="0" strike="noStrike" dirty="0">
                  <a:solidFill>
                    <a:srgbClr val="363D62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.</a:t>
              </a:r>
              <a:endParaRPr lang="ko-KR" altLang="en-US" sz="2000" b="1" i="0" strike="noStrike" dirty="0">
                <a:solidFill>
                  <a:srgbClr val="363D6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endParaRPr>
            </a:p>
            <a:p>
              <a:pPr marL="342900" indent="-342900" algn="l">
                <a:lnSpc>
                  <a:spcPct val="99600"/>
                </a:lnSpc>
                <a:buFont typeface="Arial" panose="020B0604020202020204" pitchFamily="34" charset="0"/>
                <a:buChar char="•"/>
              </a:pPr>
              <a:endParaRPr lang="ko-KR" altLang="en-US" sz="2000" b="1" i="0" strike="noStrike" dirty="0">
                <a:solidFill>
                  <a:srgbClr val="363D6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endParaRPr>
            </a:p>
            <a:p>
              <a:pPr marL="342900" indent="-342900" algn="l">
                <a:lnSpc>
                  <a:spcPct val="99600"/>
                </a:lnSpc>
                <a:buFont typeface="Arial" panose="020B0604020202020204" pitchFamily="34" charset="0"/>
                <a:buChar char="•"/>
              </a:pPr>
              <a:r>
                <a:rPr lang="en-US" sz="2000" b="1" i="0" strike="noStrike" dirty="0">
                  <a:solidFill>
                    <a:srgbClr val="363D62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StateMachine&lt;DragonController&gt;</a:t>
              </a:r>
              <a:r>
                <a:rPr lang="ko-KR" sz="2000" b="1" i="0" strike="noStrike" dirty="0" err="1">
                  <a:solidFill>
                    <a:srgbClr val="363D62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를</a:t>
              </a:r>
              <a:r>
                <a:rPr lang="en-US" sz="2000" b="1" i="0" strike="noStrike" dirty="0">
                  <a:solidFill>
                    <a:srgbClr val="363D62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 </a:t>
              </a:r>
              <a:r>
                <a:rPr lang="ko-KR" sz="2000" b="1" i="0" strike="noStrike" dirty="0">
                  <a:solidFill>
                    <a:srgbClr val="363D62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사용해</a:t>
              </a:r>
              <a:r>
                <a:rPr lang="en-US" sz="2000" b="1" i="0" strike="noStrike" dirty="0">
                  <a:solidFill>
                    <a:srgbClr val="363D62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 </a:t>
              </a:r>
              <a:r>
                <a:rPr lang="ko-KR" sz="2000" b="1" i="0" strike="noStrike" dirty="0">
                  <a:solidFill>
                    <a:srgbClr val="363D62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각</a:t>
              </a:r>
              <a:r>
                <a:rPr lang="en-US" sz="2000" b="1" i="0" strike="noStrike" dirty="0">
                  <a:solidFill>
                    <a:srgbClr val="363D62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 </a:t>
              </a:r>
              <a:r>
                <a:rPr lang="ko-KR" sz="2000" b="1" i="0" strike="noStrike" dirty="0" err="1">
                  <a:solidFill>
                    <a:srgbClr val="363D62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상태별</a:t>
              </a:r>
              <a:r>
                <a:rPr lang="en-US" sz="2000" b="1" i="0" strike="noStrike" dirty="0">
                  <a:solidFill>
                    <a:srgbClr val="363D62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 </a:t>
              </a:r>
              <a:r>
                <a:rPr lang="ko-KR" sz="2000" b="1" i="0" strike="noStrike" dirty="0" err="1" smtClean="0">
                  <a:solidFill>
                    <a:srgbClr val="363D62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로직을</a:t>
              </a:r>
              <a:r>
                <a:rPr lang="en-US" altLang="ko-KR" sz="2000" b="1" dirty="0">
                  <a:solidFill>
                    <a:srgbClr val="363D62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 </a:t>
              </a:r>
              <a:r>
                <a:rPr lang="ko-KR" sz="2000" b="1" i="0" strike="noStrike" dirty="0" smtClean="0">
                  <a:solidFill>
                    <a:srgbClr val="363D62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분리했고</a:t>
              </a:r>
              <a:r>
                <a:rPr lang="en-US" sz="2000" b="1" i="0" strike="noStrike" dirty="0">
                  <a:solidFill>
                    <a:srgbClr val="363D62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, </a:t>
              </a:r>
              <a:r>
                <a:rPr lang="ko-KR" sz="2000" b="1" i="0" strike="noStrike" dirty="0">
                  <a:solidFill>
                    <a:srgbClr val="363D62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공격</a:t>
              </a:r>
              <a:r>
                <a:rPr lang="en-US" sz="2000" b="1" i="0" strike="noStrike" dirty="0">
                  <a:solidFill>
                    <a:srgbClr val="363D62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 </a:t>
              </a:r>
              <a:r>
                <a:rPr lang="ko-KR" sz="2000" b="1" i="0" strike="noStrike" dirty="0">
                  <a:solidFill>
                    <a:srgbClr val="363D62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종료</a:t>
              </a:r>
              <a:r>
                <a:rPr lang="en-US" sz="2000" b="1" i="0" strike="noStrike" dirty="0">
                  <a:solidFill>
                    <a:srgbClr val="363D62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 </a:t>
              </a:r>
              <a:r>
                <a:rPr lang="ko-KR" sz="2000" b="1" i="0" strike="noStrike" dirty="0" smtClean="0">
                  <a:solidFill>
                    <a:srgbClr val="363D62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시점에는</a:t>
              </a:r>
              <a:r>
                <a:rPr lang="en-US" altLang="ko-KR" sz="2000" b="1" dirty="0">
                  <a:solidFill>
                    <a:srgbClr val="363D62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 </a:t>
              </a:r>
              <a:r>
                <a:rPr lang="en-US" sz="2000" b="1" i="0" strike="noStrike" dirty="0" smtClean="0">
                  <a:solidFill>
                    <a:srgbClr val="363D62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OnAttackAnimationEnd</a:t>
              </a:r>
              <a:r>
                <a:rPr lang="en-US" sz="2000" b="1" i="0" strike="noStrike" dirty="0">
                  <a:solidFill>
                    <a:srgbClr val="363D62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()</a:t>
              </a:r>
              <a:r>
                <a:rPr lang="ko-KR" sz="2000" b="1" i="0" strike="noStrike" dirty="0" err="1" smtClean="0">
                  <a:solidFill>
                    <a:srgbClr val="363D62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를</a:t>
              </a:r>
              <a:r>
                <a:rPr lang="en-US" altLang="ko-KR" sz="2000" b="1" dirty="0">
                  <a:solidFill>
                    <a:srgbClr val="363D62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 </a:t>
              </a:r>
              <a:r>
                <a:rPr lang="ko-KR" sz="2000" b="1" i="0" strike="noStrike" dirty="0" smtClean="0">
                  <a:solidFill>
                    <a:srgbClr val="363D62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통해</a:t>
              </a:r>
              <a:r>
                <a:rPr lang="en-US" altLang="ko-KR" sz="2000" b="1" dirty="0" smtClean="0">
                  <a:solidFill>
                    <a:srgbClr val="363D62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 </a:t>
              </a:r>
              <a:r>
                <a:rPr lang="ko-KR" sz="2000" b="1" i="0" strike="noStrike" dirty="0" smtClean="0">
                  <a:solidFill>
                    <a:srgbClr val="363D62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자연스러운</a:t>
              </a:r>
              <a:r>
                <a:rPr lang="en-US" sz="2000" b="1" i="0" strike="noStrike" dirty="0" smtClean="0">
                  <a:solidFill>
                    <a:srgbClr val="363D62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 </a:t>
              </a:r>
              <a:r>
                <a:rPr lang="ko-KR" sz="2000" b="1" i="0" strike="noStrike" dirty="0">
                  <a:solidFill>
                    <a:srgbClr val="363D62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상태</a:t>
              </a:r>
              <a:r>
                <a:rPr lang="en-US" sz="2000" b="1" i="0" strike="noStrike" dirty="0">
                  <a:solidFill>
                    <a:srgbClr val="363D62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 </a:t>
              </a:r>
              <a:r>
                <a:rPr lang="ko-KR" sz="2000" b="1" i="0" strike="noStrike" dirty="0">
                  <a:solidFill>
                    <a:srgbClr val="363D62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전환을</a:t>
              </a:r>
              <a:r>
                <a:rPr lang="en-US" sz="2000" b="1" i="0" strike="noStrike" dirty="0">
                  <a:solidFill>
                    <a:srgbClr val="363D62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 </a:t>
              </a:r>
              <a:r>
                <a:rPr lang="ko-KR" sz="2000" b="1" i="0" strike="noStrike" dirty="0">
                  <a:solidFill>
                    <a:srgbClr val="363D62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구현했습니다</a:t>
              </a:r>
              <a:r>
                <a:rPr lang="en-US" sz="2000" b="1" i="0" strike="noStrike" dirty="0">
                  <a:solidFill>
                    <a:srgbClr val="363D62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.</a:t>
              </a:r>
              <a:endParaRPr lang="ko-KR" altLang="en-US" sz="2000" b="1" i="0" strike="noStrike" dirty="0">
                <a:solidFill>
                  <a:srgbClr val="363D6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endParaRPr>
            </a:p>
            <a:p>
              <a:pPr marL="342900" indent="-342900" algn="l">
                <a:lnSpc>
                  <a:spcPct val="99600"/>
                </a:lnSpc>
                <a:buFont typeface="Arial" panose="020B0604020202020204" pitchFamily="34" charset="0"/>
                <a:buChar char="•"/>
              </a:pPr>
              <a:endParaRPr lang="ko-KR" altLang="en-US" sz="2000" b="1" i="0" strike="noStrike" dirty="0">
                <a:solidFill>
                  <a:srgbClr val="363D6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endParaRPr>
            </a:p>
            <a:p>
              <a:pPr marL="342900" indent="-342900" algn="l">
                <a:lnSpc>
                  <a:spcPct val="99600"/>
                </a:lnSpc>
                <a:buFont typeface="Arial" panose="020B0604020202020204" pitchFamily="34" charset="0"/>
                <a:buChar char="•"/>
              </a:pPr>
              <a:r>
                <a:rPr lang="ko-KR" sz="2000" b="1" i="0" strike="noStrike" dirty="0">
                  <a:solidFill>
                    <a:srgbClr val="363D62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체력이</a:t>
              </a:r>
              <a:r>
                <a:rPr lang="en-US" sz="2000" b="1" i="0" strike="noStrike" dirty="0">
                  <a:solidFill>
                    <a:srgbClr val="363D62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 </a:t>
              </a:r>
              <a:r>
                <a:rPr lang="ko-KR" sz="2000" b="1" i="0" strike="noStrike" dirty="0">
                  <a:solidFill>
                    <a:srgbClr val="363D62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절반</a:t>
              </a:r>
              <a:r>
                <a:rPr lang="en-US" sz="2000" b="1" i="0" strike="noStrike" dirty="0">
                  <a:solidFill>
                    <a:srgbClr val="363D62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 </a:t>
              </a:r>
              <a:r>
                <a:rPr lang="ko-KR" sz="2000" b="1" i="0" strike="noStrike" dirty="0">
                  <a:solidFill>
                    <a:srgbClr val="363D62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이하로</a:t>
              </a:r>
              <a:r>
                <a:rPr lang="en-US" sz="2000" b="1" i="0" strike="noStrike" dirty="0">
                  <a:solidFill>
                    <a:srgbClr val="363D62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 </a:t>
              </a:r>
              <a:r>
                <a:rPr lang="ko-KR" sz="2000" b="1" i="0" strike="noStrike" dirty="0">
                  <a:solidFill>
                    <a:srgbClr val="363D62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떨어질</a:t>
              </a:r>
              <a:r>
                <a:rPr lang="en-US" sz="2000" b="1" i="0" strike="noStrike" dirty="0">
                  <a:solidFill>
                    <a:srgbClr val="363D62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 </a:t>
              </a:r>
              <a:r>
                <a:rPr lang="ko-KR" sz="2000" b="1" i="0" strike="noStrike" dirty="0">
                  <a:solidFill>
                    <a:srgbClr val="363D62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경우</a:t>
              </a:r>
              <a:r>
                <a:rPr lang="en-US" sz="2000" b="1" i="0" strike="noStrike" dirty="0">
                  <a:solidFill>
                    <a:srgbClr val="363D62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 isFlying </a:t>
              </a:r>
              <a:r>
                <a:rPr lang="ko-KR" sz="2000" b="1" i="0" strike="noStrike" dirty="0">
                  <a:solidFill>
                    <a:srgbClr val="363D62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조건을</a:t>
              </a:r>
              <a:r>
                <a:rPr lang="en-US" sz="2000" b="1" i="0" strike="noStrike" dirty="0">
                  <a:solidFill>
                    <a:srgbClr val="363D62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 </a:t>
              </a:r>
              <a:r>
                <a:rPr lang="ko-KR" sz="2000" b="1" i="0" strike="noStrike" dirty="0">
                  <a:solidFill>
                    <a:srgbClr val="363D62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활성화해</a:t>
              </a:r>
              <a:r>
                <a:rPr lang="en-US" sz="2000" b="1" i="0" strike="noStrike" dirty="0">
                  <a:solidFill>
                    <a:srgbClr val="363D62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 </a:t>
              </a:r>
              <a:r>
                <a:rPr lang="ko-KR" sz="2000" b="1" i="0" strike="noStrike" dirty="0">
                  <a:solidFill>
                    <a:srgbClr val="363D62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공중</a:t>
              </a:r>
              <a:r>
                <a:rPr lang="en-US" sz="2000" b="1" i="0" strike="noStrike" dirty="0">
                  <a:solidFill>
                    <a:srgbClr val="363D62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 </a:t>
              </a:r>
              <a:r>
                <a:rPr lang="ko-KR" sz="2000" b="1" i="0" strike="noStrike" dirty="0" smtClean="0">
                  <a:solidFill>
                    <a:srgbClr val="363D62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패턴</a:t>
              </a:r>
              <a:r>
                <a:rPr lang="en-US" sz="2000" b="1" i="0" strike="noStrike" dirty="0" smtClean="0">
                  <a:solidFill>
                    <a:srgbClr val="363D62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(</a:t>
              </a:r>
              <a:r>
                <a:rPr lang="ko-KR" sz="2000" b="1" i="0" strike="noStrike" dirty="0">
                  <a:solidFill>
                    <a:srgbClr val="363D62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비행</a:t>
              </a:r>
              <a:r>
                <a:rPr lang="en-US" sz="2000" b="1" i="0" strike="noStrike" dirty="0">
                  <a:solidFill>
                    <a:srgbClr val="363D62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, </a:t>
              </a:r>
              <a:r>
                <a:rPr lang="ko-KR" sz="2000" b="1" i="0" strike="noStrike" dirty="0" err="1">
                  <a:solidFill>
                    <a:srgbClr val="363D62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메테오</a:t>
              </a:r>
              <a:r>
                <a:rPr lang="en-US" sz="2000" b="1" i="0" strike="noStrike" dirty="0">
                  <a:solidFill>
                    <a:srgbClr val="363D62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 </a:t>
              </a:r>
              <a:r>
                <a:rPr lang="ko-KR" sz="2000" b="1" i="0" strike="noStrike" dirty="0">
                  <a:solidFill>
                    <a:srgbClr val="363D62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공격</a:t>
              </a:r>
              <a:r>
                <a:rPr lang="en-US" sz="2000" b="1" i="0" strike="noStrike" dirty="0">
                  <a:solidFill>
                    <a:srgbClr val="363D62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 </a:t>
              </a:r>
              <a:r>
                <a:rPr lang="ko-KR" sz="2000" b="1" i="0" strike="noStrike" dirty="0">
                  <a:solidFill>
                    <a:srgbClr val="363D62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등</a:t>
              </a:r>
              <a:r>
                <a:rPr lang="en-US" sz="2000" b="1" i="0" strike="noStrike" dirty="0">
                  <a:solidFill>
                    <a:srgbClr val="363D62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)</a:t>
              </a:r>
              <a:r>
                <a:rPr lang="ko-KR" sz="2000" b="1" i="0" strike="noStrike" dirty="0" err="1">
                  <a:solidFill>
                    <a:srgbClr val="363D62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으로</a:t>
              </a:r>
              <a:r>
                <a:rPr lang="en-US" sz="2000" b="1" i="0" strike="noStrike" dirty="0">
                  <a:solidFill>
                    <a:srgbClr val="363D62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 </a:t>
              </a:r>
              <a:r>
                <a:rPr lang="ko-KR" sz="2000" b="1" i="0" strike="noStrike" dirty="0">
                  <a:solidFill>
                    <a:srgbClr val="363D62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전환됩니다</a:t>
              </a:r>
              <a:r>
                <a:rPr lang="en-US" sz="2000" b="1" i="0" strike="noStrike" dirty="0">
                  <a:solidFill>
                    <a:srgbClr val="363D62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.</a:t>
              </a:r>
              <a:endParaRPr lang="ko-KR" altLang="en-US" sz="2000" b="1" i="0" strike="noStrike" dirty="0">
                <a:solidFill>
                  <a:srgbClr val="363D6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endParaRPr>
            </a:p>
          </p:txBody>
        </p:sp>
      </p:grpSp>
      <p:sp>
        <p:nvSpPr>
          <p:cNvPr id="16" name="TextBox 3"/>
          <p:cNvSpPr txBox="1"/>
          <p:nvPr/>
        </p:nvSpPr>
        <p:spPr>
          <a:xfrm>
            <a:off x="1308100" y="215898"/>
            <a:ext cx="407035" cy="229235"/>
          </a:xfrm>
          <a:prstGeom prst="rect">
            <a:avLst/>
          </a:prstGeom>
        </p:spPr>
        <p:txBody>
          <a:bodyPr vert="horz" wrap="square" lIns="0" tIns="0" rIns="0" bIns="0" numCol="1" anchor="ctr">
            <a:noAutofit/>
          </a:bodyPr>
          <a:lstStyle/>
          <a:p>
            <a:pPr marL="0" indent="0" algn="ctr">
              <a:lnSpc>
                <a:spcPct val="99600"/>
              </a:lnSpc>
              <a:buFontTx/>
              <a:buNone/>
            </a:pPr>
            <a:r>
              <a:rPr lang="en-US" sz="2000" b="0" i="0" strike="noStrike" dirty="0" smtClean="0">
                <a:solidFill>
                  <a:srgbClr val="363D62"/>
                </a:solidFill>
                <a:latin typeface="Pretendard Black" panose="02000A03000000020004" pitchFamily="2" charset="-127"/>
                <a:ea typeface="Pretendard Black" panose="02000A03000000020004" pitchFamily="2" charset="-127"/>
                <a:cs typeface="Pretendard Black" panose="02000A03000000020004" pitchFamily="2" charset="-127"/>
              </a:rPr>
              <a:t>03</a:t>
            </a:r>
            <a:endParaRPr lang="ko-KR" altLang="en-US" sz="2000" b="0" i="0" strike="noStrike" dirty="0">
              <a:solidFill>
                <a:srgbClr val="363D62"/>
              </a:solidFill>
              <a:latin typeface="Pretendard Black" panose="02000A03000000020004" pitchFamily="2" charset="-127"/>
              <a:ea typeface="Pretendard Black" panose="02000A03000000020004" pitchFamily="2" charset="-127"/>
              <a:cs typeface="Pretendard Black" panose="02000A03000000020004" pitchFamily="2" charset="-127"/>
            </a:endParaRPr>
          </a:p>
        </p:txBody>
      </p:sp>
      <p:sp>
        <p:nvSpPr>
          <p:cNvPr id="17" name="TextBox 7"/>
          <p:cNvSpPr txBox="1">
            <a:spLocks/>
          </p:cNvSpPr>
          <p:nvPr/>
        </p:nvSpPr>
        <p:spPr>
          <a:xfrm>
            <a:off x="7426325" y="25400"/>
            <a:ext cx="3473450" cy="622300"/>
          </a:xfrm>
          <a:prstGeom prst="rect">
            <a:avLst/>
          </a:prstGeom>
        </p:spPr>
        <p:txBody>
          <a:bodyPr vert="horz" wrap="square" lIns="0" tIns="0" rIns="0" bIns="0" numCol="1" anchor="ctr">
            <a:noAutofit/>
          </a:bodyPr>
          <a:lstStyle/>
          <a:p>
            <a:pPr marL="0" indent="0" algn="ctr">
              <a:lnSpc>
                <a:spcPct val="99600"/>
              </a:lnSpc>
              <a:buFontTx/>
              <a:buNone/>
            </a:pPr>
            <a:r>
              <a:rPr lang="ko-KR" altLang="en-US" sz="3000" b="1" i="0" strike="noStrike" dirty="0" smtClean="0">
                <a:solidFill>
                  <a:srgbClr val="363D62"/>
                </a:solidFill>
                <a:latin typeface="Pretendard Black" panose="02000A03000000020004" pitchFamily="2" charset="-127"/>
                <a:ea typeface="Pretendard Black" panose="02000A03000000020004" pitchFamily="2" charset="-127"/>
                <a:cs typeface="Pretendard Black" panose="02000A03000000020004" pitchFamily="2" charset="-127"/>
              </a:rPr>
              <a:t>기능 구현</a:t>
            </a:r>
            <a:endParaRPr lang="ko-KR" altLang="en-US" sz="3000" b="1" i="0" strike="noStrike" dirty="0">
              <a:solidFill>
                <a:srgbClr val="363D62"/>
              </a:solidFill>
              <a:latin typeface="Pretendard Black" panose="02000A03000000020004" pitchFamily="2" charset="-127"/>
              <a:ea typeface="Pretendard Black" panose="02000A03000000020004" pitchFamily="2" charset="-127"/>
              <a:cs typeface="Pretendard Black" panose="02000A03000000020004" pitchFamily="2" charset="-127"/>
            </a:endParaRPr>
          </a:p>
        </p:txBody>
      </p:sp>
      <p:sp>
        <p:nvSpPr>
          <p:cNvPr id="20" name="슬라이드 번호 개체 틀 19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US" smtClean="0"/>
              <a:t>Luna ON PortFolio </a:t>
            </a:r>
            <a:fld id="{B6F15528-21DE-4FAA-801E-634DDDAF4B2B}" type="slidenum">
              <a:rPr lang="en-US" smtClean="0">
                <a:latin typeface="Pretendard Black" panose="02000A03000000020004" pitchFamily="2" charset="-127"/>
                <a:ea typeface="Pretendard Black" panose="02000A03000000020004" pitchFamily="2" charset="-127"/>
                <a:cs typeface="Pretendard Black" panose="02000A03000000020004" pitchFamily="2" charset="-127"/>
              </a:rPr>
              <a:pPr/>
              <a:t>8</a:t>
            </a:fld>
            <a:endParaRPr lang="en-US" dirty="0">
              <a:latin typeface="Pretendard Black" panose="02000A03000000020004" pitchFamily="2" charset="-127"/>
              <a:ea typeface="Pretendard Black" panose="02000A03000000020004" pitchFamily="2" charset="-127"/>
              <a:cs typeface="Pretendard Black" panose="02000A03000000020004" pitchFamily="2" charset="-127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4"/>
          <p:cNvPicPr>
            <a:picLocks noChangeAspect="1"/>
          </p:cNvPicPr>
          <p:nvPr/>
        </p:nvPicPr>
        <p:blipFill>
          <a:blip r:embed="rId2">
            <a:alphaModFix amt="50000"/>
          </a:blip>
          <a:stretch>
            <a:fillRect/>
          </a:stretch>
        </p:blipFill>
        <p:spPr>
          <a:xfrm rot="-10800000">
            <a:off x="-558800" y="647700"/>
            <a:ext cx="19443700" cy="635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84300" y="2387600"/>
            <a:ext cx="4203700" cy="21336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27700" y="2362200"/>
            <a:ext cx="4191000" cy="21590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84300" y="4559300"/>
            <a:ext cx="4203700" cy="21590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27700" y="4559300"/>
            <a:ext cx="4191000" cy="2159000"/>
          </a:xfrm>
          <a:prstGeom prst="rect">
            <a:avLst/>
          </a:prstGeom>
        </p:spPr>
      </p:pic>
      <p:sp>
        <p:nvSpPr>
          <p:cNvPr id="16" name="TextBox 16"/>
          <p:cNvSpPr txBox="1"/>
          <p:nvPr/>
        </p:nvSpPr>
        <p:spPr>
          <a:xfrm>
            <a:off x="10179424" y="4446653"/>
            <a:ext cx="6528435" cy="2337119"/>
          </a:xfrm>
          <a:prstGeom prst="rect">
            <a:avLst/>
          </a:prstGeom>
        </p:spPr>
        <p:txBody>
          <a:bodyPr vert="horz" wrap="square" lIns="0" tIns="0" rIns="0" bIns="0" numCol="1" anchor="t">
            <a:noAutofit/>
          </a:bodyPr>
          <a:lstStyle/>
          <a:p>
            <a:pPr marL="342900" indent="-342900" algn="l">
              <a:lnSpc>
                <a:spcPct val="99600"/>
              </a:lnSpc>
              <a:buFont typeface="Arial" panose="020B0604020202020204" pitchFamily="34" charset="0"/>
              <a:buChar char="•"/>
            </a:pPr>
            <a:r>
              <a:rPr lang="ko-KR" sz="2500" b="1" i="0" strike="noStrike" dirty="0">
                <a:solidFill>
                  <a:srgbClr val="363D6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보스</a:t>
            </a:r>
            <a:r>
              <a:rPr lang="en-US" sz="2500" b="1" i="0" strike="noStrike" dirty="0">
                <a:solidFill>
                  <a:srgbClr val="363D6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sz="2500" b="1" i="0" strike="noStrike" dirty="0">
                <a:solidFill>
                  <a:srgbClr val="363D6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공격</a:t>
            </a:r>
            <a:r>
              <a:rPr lang="en-US" sz="2500" b="1" i="0" strike="noStrike" dirty="0">
                <a:solidFill>
                  <a:srgbClr val="363D6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sz="2500" b="1" i="0" strike="noStrike" dirty="0">
                <a:solidFill>
                  <a:srgbClr val="363D6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</a:t>
            </a:r>
            <a:r>
              <a:rPr lang="en-US" sz="2500" b="1" i="0" strike="noStrike" dirty="0">
                <a:solidFill>
                  <a:srgbClr val="363D6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sz="2500" b="1" i="0" strike="noStrike" dirty="0">
                <a:solidFill>
                  <a:srgbClr val="363D6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애니메이션</a:t>
            </a:r>
            <a:r>
              <a:rPr lang="en-US" sz="2500" b="1" i="0" strike="noStrike" dirty="0">
                <a:solidFill>
                  <a:srgbClr val="363D6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sz="2500" b="1" i="0" strike="noStrike" dirty="0">
                <a:solidFill>
                  <a:srgbClr val="363D6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이벤트를</a:t>
            </a:r>
            <a:r>
              <a:rPr lang="en-US" sz="2500" b="1" i="0" strike="noStrike" dirty="0">
                <a:solidFill>
                  <a:srgbClr val="363D6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sz="2500" b="1" i="0" strike="noStrike" dirty="0">
                <a:solidFill>
                  <a:srgbClr val="363D6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통해</a:t>
            </a:r>
            <a:r>
              <a:rPr lang="en-US" sz="2500" b="1" i="0" strike="noStrike" dirty="0">
                <a:solidFill>
                  <a:srgbClr val="363D6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Hitbox</a:t>
            </a:r>
            <a:r>
              <a:rPr lang="ko-KR" sz="2500" b="1" i="0" strike="noStrike" dirty="0">
                <a:solidFill>
                  <a:srgbClr val="363D6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가</a:t>
            </a:r>
            <a:r>
              <a:rPr lang="en-US" sz="2500" b="1" i="0" strike="noStrike" dirty="0">
                <a:solidFill>
                  <a:srgbClr val="363D6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sz="2500" b="1" i="0" strike="noStrike" dirty="0">
                <a:solidFill>
                  <a:srgbClr val="363D6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순간적으로</a:t>
            </a:r>
            <a:r>
              <a:rPr lang="en-US" sz="2500" b="1" i="0" strike="noStrike" dirty="0">
                <a:solidFill>
                  <a:srgbClr val="363D6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sz="2500" b="1" i="0" strike="noStrike" dirty="0">
                <a:solidFill>
                  <a:srgbClr val="363D6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활성화</a:t>
            </a:r>
            <a:r>
              <a:rPr lang="en-US" sz="2500" b="1" i="0" strike="noStrike" dirty="0">
                <a:solidFill>
                  <a:srgbClr val="363D6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sz="2500" b="1" i="0" strike="noStrike" dirty="0">
                <a:solidFill>
                  <a:srgbClr val="363D6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되며</a:t>
            </a:r>
            <a:r>
              <a:rPr lang="en-US" sz="2500" b="1" i="0" strike="noStrike" dirty="0">
                <a:solidFill>
                  <a:srgbClr val="363D6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, </a:t>
            </a:r>
            <a:r>
              <a:rPr lang="ko-KR" sz="2500" b="1" i="0" strike="noStrike" dirty="0">
                <a:solidFill>
                  <a:srgbClr val="363D6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해당</a:t>
            </a:r>
            <a:r>
              <a:rPr lang="en-US" sz="2500" b="1" i="0" strike="noStrike" dirty="0">
                <a:solidFill>
                  <a:srgbClr val="363D6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sz="2500" b="1" i="0" strike="noStrike" dirty="0">
                <a:solidFill>
                  <a:srgbClr val="363D6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위치에</a:t>
            </a:r>
            <a:r>
              <a:rPr lang="en-US" sz="2500" b="1" i="0" strike="noStrike" dirty="0">
                <a:solidFill>
                  <a:srgbClr val="363D6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sz="2500" b="1" i="0" strike="noStrike" dirty="0">
                <a:solidFill>
                  <a:srgbClr val="363D6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불꽃</a:t>
            </a:r>
            <a:r>
              <a:rPr lang="en-US" sz="2500" b="1" i="0" strike="noStrike" dirty="0">
                <a:solidFill>
                  <a:srgbClr val="363D6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, </a:t>
            </a:r>
            <a:r>
              <a:rPr lang="ko-KR" sz="2500" b="1" i="0" strike="noStrike" dirty="0">
                <a:solidFill>
                  <a:srgbClr val="363D6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폭발</a:t>
            </a:r>
            <a:r>
              <a:rPr lang="en-US" sz="2500" b="1" i="0" strike="noStrike" dirty="0">
                <a:solidFill>
                  <a:srgbClr val="363D6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sz="2500" b="1" i="0" strike="noStrike" dirty="0">
                <a:solidFill>
                  <a:srgbClr val="363D6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등의</a:t>
            </a:r>
            <a:r>
              <a:rPr lang="en-US" sz="2500" b="1" i="0" strike="noStrike" dirty="0">
                <a:solidFill>
                  <a:srgbClr val="363D6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sz="2500" b="1" i="0" strike="noStrike" dirty="0">
                <a:solidFill>
                  <a:srgbClr val="363D6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이펙트를</a:t>
            </a:r>
            <a:r>
              <a:rPr lang="en-US" sz="2500" b="1" i="0" strike="noStrike" dirty="0">
                <a:solidFill>
                  <a:srgbClr val="363D6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sz="2500" b="1" i="0" strike="noStrike" dirty="0">
                <a:solidFill>
                  <a:srgbClr val="363D6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재생하여</a:t>
            </a:r>
            <a:r>
              <a:rPr lang="en-US" sz="2500" b="1" i="0" strike="noStrike" dirty="0">
                <a:solidFill>
                  <a:srgbClr val="363D6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sz="2500" b="1" i="0" strike="noStrike" dirty="0" err="1">
                <a:solidFill>
                  <a:srgbClr val="363D6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타격감을</a:t>
            </a:r>
            <a:r>
              <a:rPr lang="en-US" sz="2500" b="1" i="0" strike="noStrike" dirty="0">
                <a:solidFill>
                  <a:srgbClr val="363D6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sz="2500" b="1" i="0" strike="noStrike" dirty="0">
                <a:solidFill>
                  <a:srgbClr val="363D6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강화했습니다</a:t>
            </a:r>
            <a:r>
              <a:rPr lang="en-US" sz="2500" b="1" i="0" strike="noStrike" dirty="0">
                <a:solidFill>
                  <a:srgbClr val="363D6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.</a:t>
            </a:r>
            <a:endParaRPr lang="ko-KR" altLang="en-US" sz="2500" b="1" i="0" strike="noStrike" dirty="0">
              <a:solidFill>
                <a:srgbClr val="363D62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marL="342900" indent="-342900" algn="l">
              <a:lnSpc>
                <a:spcPct val="99600"/>
              </a:lnSpc>
              <a:buFont typeface="Arial" panose="020B0604020202020204" pitchFamily="34" charset="0"/>
              <a:buChar char="•"/>
            </a:pPr>
            <a:endParaRPr lang="ko-KR" altLang="en-US" sz="2500" b="1" i="0" strike="noStrike" dirty="0">
              <a:solidFill>
                <a:srgbClr val="363D62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marL="342900" indent="-342900" algn="l">
              <a:lnSpc>
                <a:spcPct val="99600"/>
              </a:lnSpc>
              <a:buFont typeface="Arial" panose="020B0604020202020204" pitchFamily="34" charset="0"/>
              <a:buChar char="•"/>
            </a:pPr>
            <a:r>
              <a:rPr lang="ko-KR" sz="2500" b="1" i="0" strike="noStrike" dirty="0">
                <a:solidFill>
                  <a:srgbClr val="363D6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이펙트는</a:t>
            </a:r>
            <a:r>
              <a:rPr lang="en-US" sz="2500" b="1" i="0" strike="noStrike" dirty="0">
                <a:solidFill>
                  <a:srgbClr val="363D6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sz="2500" b="1" i="0" strike="noStrike" dirty="0">
                <a:solidFill>
                  <a:srgbClr val="363D6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전용</a:t>
            </a:r>
            <a:r>
              <a:rPr lang="en-US" sz="2500" b="1" i="0" strike="noStrike" dirty="0">
                <a:solidFill>
                  <a:srgbClr val="363D6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sz="2500" b="1" i="0" strike="noStrike" dirty="0">
                <a:solidFill>
                  <a:srgbClr val="363D6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함수로</a:t>
            </a:r>
            <a:r>
              <a:rPr lang="en-US" sz="2500" b="1" i="0" strike="noStrike" dirty="0">
                <a:solidFill>
                  <a:srgbClr val="363D6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sz="2500" b="1" i="0" strike="noStrike" dirty="0">
                <a:solidFill>
                  <a:srgbClr val="363D6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실행되며</a:t>
            </a:r>
            <a:r>
              <a:rPr lang="en-US" sz="2500" b="1" i="0" strike="noStrike" dirty="0">
                <a:solidFill>
                  <a:srgbClr val="363D6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, </a:t>
            </a:r>
            <a:r>
              <a:rPr lang="ko-KR" sz="2500" b="1" i="0" strike="noStrike" dirty="0">
                <a:solidFill>
                  <a:srgbClr val="363D6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공격</a:t>
            </a:r>
            <a:r>
              <a:rPr lang="en-US" sz="2500" b="1" i="0" strike="noStrike" dirty="0">
                <a:solidFill>
                  <a:srgbClr val="363D6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sz="2500" b="1" i="0" strike="noStrike" dirty="0">
                <a:solidFill>
                  <a:srgbClr val="363D6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종류마다</a:t>
            </a:r>
            <a:r>
              <a:rPr lang="en-US" sz="2500" b="1" i="0" strike="noStrike" dirty="0">
                <a:solidFill>
                  <a:srgbClr val="363D6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sz="2500" b="1" i="0" strike="noStrike" dirty="0">
                <a:solidFill>
                  <a:srgbClr val="363D6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다른</a:t>
            </a:r>
            <a:r>
              <a:rPr lang="en-US" sz="2500" b="1" i="0" strike="noStrike" dirty="0">
                <a:solidFill>
                  <a:srgbClr val="363D6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sz="2500" b="1" i="0" strike="noStrike" dirty="0">
                <a:solidFill>
                  <a:srgbClr val="363D6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시각적</a:t>
            </a:r>
            <a:r>
              <a:rPr lang="en-US" sz="2500" b="1" i="0" strike="noStrike" dirty="0">
                <a:solidFill>
                  <a:srgbClr val="363D6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sz="2500" b="1" i="0" strike="noStrike" dirty="0">
                <a:solidFill>
                  <a:srgbClr val="363D6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연출을</a:t>
            </a:r>
            <a:r>
              <a:rPr lang="en-US" sz="2500" b="1" i="0" strike="noStrike" dirty="0">
                <a:solidFill>
                  <a:srgbClr val="363D6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sz="2500" b="1" i="0" strike="noStrike" dirty="0">
                <a:solidFill>
                  <a:srgbClr val="363D6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구현했습니다</a:t>
            </a:r>
            <a:r>
              <a:rPr lang="en-US" sz="2500" b="1" i="0" strike="noStrike" dirty="0">
                <a:solidFill>
                  <a:srgbClr val="363D6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.</a:t>
            </a:r>
            <a:endParaRPr lang="ko-KR" altLang="en-US" sz="2500" b="1" i="0" strike="noStrike" dirty="0">
              <a:solidFill>
                <a:srgbClr val="363D62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grpSp>
        <p:nvGrpSpPr>
          <p:cNvPr id="13" name="그룹 12"/>
          <p:cNvGrpSpPr/>
          <p:nvPr/>
        </p:nvGrpSpPr>
        <p:grpSpPr>
          <a:xfrm>
            <a:off x="1384300" y="7124700"/>
            <a:ext cx="7598335" cy="2514600"/>
            <a:chOff x="1384300" y="7239000"/>
            <a:chExt cx="7750555" cy="2514600"/>
          </a:xfrm>
        </p:grpSpPr>
        <p:pic>
          <p:nvPicPr>
            <p:cNvPr id="10" name="Picture 10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1384300" y="7505700"/>
              <a:ext cx="7750555" cy="2247900"/>
            </a:xfrm>
            <a:prstGeom prst="rect">
              <a:avLst/>
            </a:prstGeom>
          </p:spPr>
        </p:pic>
        <p:sp>
          <p:nvSpPr>
            <p:cNvPr id="22" name="TextBox 17"/>
            <p:cNvSpPr txBox="1"/>
            <p:nvPr/>
          </p:nvSpPr>
          <p:spPr>
            <a:xfrm>
              <a:off x="1384300" y="7239000"/>
              <a:ext cx="4483100" cy="262980"/>
            </a:xfrm>
            <a:prstGeom prst="rect">
              <a:avLst/>
            </a:prstGeom>
          </p:spPr>
          <p:txBody>
            <a:bodyPr vert="horz" wrap="square" lIns="0" tIns="0" rIns="0" bIns="0" numCol="1" anchor="ctr">
              <a:noAutofit/>
            </a:bodyPr>
            <a:lstStyle/>
            <a:p>
              <a:pPr marL="0" indent="0" algn="l">
                <a:lnSpc>
                  <a:spcPct val="99600"/>
                </a:lnSpc>
                <a:buFontTx/>
                <a:buNone/>
              </a:pPr>
              <a:r>
                <a:rPr lang="en-US" sz="1500" b="1" dirty="0" smtClean="0">
                  <a:solidFill>
                    <a:srgbClr val="363D62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DragonController.cs</a:t>
              </a:r>
              <a:r>
                <a:rPr lang="en-US" sz="1500" b="1" i="0" strike="noStrike" dirty="0" smtClean="0">
                  <a:solidFill>
                    <a:srgbClr val="363D62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 – </a:t>
              </a:r>
              <a:r>
                <a:rPr lang="ko-KR" altLang="en-US" sz="1500" b="1" i="0" strike="noStrike" dirty="0" smtClean="0">
                  <a:solidFill>
                    <a:srgbClr val="363D62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공중 공격 패턴 중 첫 번째</a:t>
              </a:r>
              <a:endParaRPr lang="ko-KR" altLang="en-US" sz="1500" b="1" i="0" strike="noStrike" dirty="0">
                <a:solidFill>
                  <a:srgbClr val="363D6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endParaRPr>
            </a:p>
          </p:txBody>
        </p:sp>
      </p:grpSp>
      <p:grpSp>
        <p:nvGrpSpPr>
          <p:cNvPr id="25" name="그룹 24"/>
          <p:cNvGrpSpPr/>
          <p:nvPr/>
        </p:nvGrpSpPr>
        <p:grpSpPr>
          <a:xfrm>
            <a:off x="9302750" y="7124700"/>
            <a:ext cx="7773756" cy="1104900"/>
            <a:chOff x="9302750" y="7239000"/>
            <a:chExt cx="7773756" cy="1104900"/>
          </a:xfrm>
        </p:grpSpPr>
        <p:pic>
          <p:nvPicPr>
            <p:cNvPr id="11" name="Picture 11"/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9302750" y="7505700"/>
              <a:ext cx="7773756" cy="838200"/>
            </a:xfrm>
            <a:prstGeom prst="rect">
              <a:avLst/>
            </a:prstGeom>
          </p:spPr>
        </p:pic>
        <p:sp>
          <p:nvSpPr>
            <p:cNvPr id="23" name="TextBox 17"/>
            <p:cNvSpPr txBox="1"/>
            <p:nvPr/>
          </p:nvSpPr>
          <p:spPr>
            <a:xfrm>
              <a:off x="9302750" y="7239000"/>
              <a:ext cx="4483100" cy="262980"/>
            </a:xfrm>
            <a:prstGeom prst="rect">
              <a:avLst/>
            </a:prstGeom>
          </p:spPr>
          <p:txBody>
            <a:bodyPr vert="horz" wrap="square" lIns="0" tIns="0" rIns="0" bIns="0" numCol="1" anchor="ctr">
              <a:noAutofit/>
            </a:bodyPr>
            <a:lstStyle/>
            <a:p>
              <a:pPr marL="0" indent="0" algn="l">
                <a:lnSpc>
                  <a:spcPct val="99600"/>
                </a:lnSpc>
                <a:buFontTx/>
                <a:buNone/>
              </a:pPr>
              <a:r>
                <a:rPr lang="en-US" sz="1500" b="1" dirty="0" smtClean="0">
                  <a:solidFill>
                    <a:srgbClr val="363D62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DragonController.cs</a:t>
              </a:r>
              <a:r>
                <a:rPr lang="en-US" sz="1500" b="1" i="0" strike="noStrike" dirty="0" smtClean="0">
                  <a:solidFill>
                    <a:srgbClr val="363D62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 – </a:t>
              </a:r>
              <a:r>
                <a:rPr lang="ko-KR" altLang="en-US" sz="1500" b="1" i="0" strike="noStrike" dirty="0" smtClean="0">
                  <a:solidFill>
                    <a:srgbClr val="363D62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공중 공격 패턴 중 두 번째</a:t>
              </a:r>
              <a:endParaRPr lang="ko-KR" altLang="en-US" sz="1500" b="1" i="0" strike="noStrike" dirty="0">
                <a:solidFill>
                  <a:srgbClr val="363D6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endParaRPr>
            </a:p>
          </p:txBody>
        </p:sp>
      </p:grpSp>
      <p:grpSp>
        <p:nvGrpSpPr>
          <p:cNvPr id="12" name="그룹 11"/>
          <p:cNvGrpSpPr/>
          <p:nvPr/>
        </p:nvGrpSpPr>
        <p:grpSpPr>
          <a:xfrm>
            <a:off x="10179423" y="2324100"/>
            <a:ext cx="6865707" cy="1524454"/>
            <a:chOff x="10210799" y="2095046"/>
            <a:chExt cx="6865707" cy="1524454"/>
          </a:xfrm>
        </p:grpSpPr>
        <p:pic>
          <p:nvPicPr>
            <p:cNvPr id="9" name="Picture 9"/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10210800" y="2362200"/>
              <a:ext cx="6865706" cy="1257300"/>
            </a:xfrm>
            <a:prstGeom prst="rect">
              <a:avLst/>
            </a:prstGeom>
          </p:spPr>
        </p:pic>
        <p:sp>
          <p:nvSpPr>
            <p:cNvPr id="24" name="TextBox 17"/>
            <p:cNvSpPr txBox="1"/>
            <p:nvPr/>
          </p:nvSpPr>
          <p:spPr>
            <a:xfrm>
              <a:off x="10210799" y="2095046"/>
              <a:ext cx="6528435" cy="267154"/>
            </a:xfrm>
            <a:prstGeom prst="rect">
              <a:avLst/>
            </a:prstGeom>
          </p:spPr>
          <p:txBody>
            <a:bodyPr vert="horz" wrap="square" lIns="0" tIns="0" rIns="0" bIns="0" numCol="1" anchor="ctr">
              <a:noAutofit/>
            </a:bodyPr>
            <a:lstStyle/>
            <a:p>
              <a:pPr marL="0" indent="0" algn="l">
                <a:lnSpc>
                  <a:spcPct val="99600"/>
                </a:lnSpc>
                <a:buFontTx/>
                <a:buNone/>
              </a:pPr>
              <a:r>
                <a:rPr lang="en-US" sz="1500" b="1" dirty="0" smtClean="0">
                  <a:solidFill>
                    <a:srgbClr val="363D62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DragonController.cs</a:t>
              </a:r>
              <a:r>
                <a:rPr lang="en-US" sz="1500" b="1" i="0" strike="noStrike" dirty="0" smtClean="0">
                  <a:solidFill>
                    <a:srgbClr val="363D62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 – </a:t>
              </a:r>
              <a:r>
                <a:rPr lang="ko-KR" altLang="en-US" sz="1500" b="1" dirty="0" smtClean="0">
                  <a:solidFill>
                    <a:srgbClr val="363D62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지상 공격 패턴 중 </a:t>
              </a:r>
              <a:r>
                <a:rPr lang="en-US" altLang="ko-KR" sz="1500" b="1" dirty="0" smtClean="0">
                  <a:solidFill>
                    <a:srgbClr val="363D62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Claw </a:t>
              </a:r>
              <a:r>
                <a:rPr lang="ko-KR" altLang="en-US" sz="1500" b="1" dirty="0" smtClean="0">
                  <a:solidFill>
                    <a:srgbClr val="363D62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공격의 히트 박스 활성화</a:t>
              </a:r>
              <a:r>
                <a:rPr lang="en-US" altLang="ko-KR" sz="1500" b="1" dirty="0" smtClean="0">
                  <a:solidFill>
                    <a:srgbClr val="363D62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/</a:t>
              </a:r>
              <a:r>
                <a:rPr lang="ko-KR" altLang="en-US" sz="1500" b="1" dirty="0" smtClean="0">
                  <a:solidFill>
                    <a:srgbClr val="363D62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비활성화</a:t>
              </a:r>
              <a:endParaRPr lang="ko-KR" altLang="en-US" sz="1500" b="1" i="0" strike="noStrike" dirty="0">
                <a:solidFill>
                  <a:srgbClr val="363D6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endParaRPr>
            </a:p>
          </p:txBody>
        </p:sp>
      </p:grpSp>
      <p:sp>
        <p:nvSpPr>
          <p:cNvPr id="27" name="TextBox 12"/>
          <p:cNvSpPr txBox="1"/>
          <p:nvPr/>
        </p:nvSpPr>
        <p:spPr>
          <a:xfrm>
            <a:off x="1302049" y="1142999"/>
            <a:ext cx="6299835" cy="826135"/>
          </a:xfrm>
          <a:prstGeom prst="rect">
            <a:avLst/>
          </a:prstGeom>
        </p:spPr>
        <p:txBody>
          <a:bodyPr vert="horz" wrap="square" lIns="0" tIns="0" rIns="0" bIns="0" numCol="1" anchor="t">
            <a:noAutofit/>
          </a:bodyPr>
          <a:lstStyle/>
          <a:p>
            <a:pPr>
              <a:lnSpc>
                <a:spcPct val="99600"/>
              </a:lnSpc>
            </a:pPr>
            <a:r>
              <a:rPr lang="en-US" altLang="ko-KR" sz="4600" dirty="0">
                <a:solidFill>
                  <a:srgbClr val="363D62"/>
                </a:solidFill>
                <a:latin typeface="Pretendard Black" panose="02000A03000000020004" pitchFamily="2" charset="-127"/>
                <a:ea typeface="Pretendard Black" panose="02000A03000000020004" pitchFamily="2" charset="-127"/>
                <a:cs typeface="Pretendard Black" panose="02000A03000000020004" pitchFamily="2" charset="-127"/>
              </a:rPr>
              <a:t>Hitbox </a:t>
            </a:r>
            <a:r>
              <a:rPr lang="ko-KR" altLang="ko-KR" sz="4600" dirty="0">
                <a:solidFill>
                  <a:srgbClr val="363D62"/>
                </a:solidFill>
                <a:latin typeface="Pretendard Black" panose="02000A03000000020004" pitchFamily="2" charset="-127"/>
                <a:ea typeface="Pretendard Black" panose="02000A03000000020004" pitchFamily="2" charset="-127"/>
                <a:cs typeface="Pretendard Black" panose="02000A03000000020004" pitchFamily="2" charset="-127"/>
              </a:rPr>
              <a:t>및</a:t>
            </a:r>
            <a:r>
              <a:rPr lang="en-US" altLang="ko-KR" sz="4600" dirty="0">
                <a:solidFill>
                  <a:srgbClr val="363D62"/>
                </a:solidFill>
                <a:latin typeface="Pretendard Black" panose="02000A03000000020004" pitchFamily="2" charset="-127"/>
                <a:ea typeface="Pretendard Black" panose="02000A03000000020004" pitchFamily="2" charset="-127"/>
                <a:cs typeface="Pretendard Black" panose="02000A03000000020004" pitchFamily="2" charset="-127"/>
              </a:rPr>
              <a:t> </a:t>
            </a:r>
            <a:r>
              <a:rPr lang="ko-KR" altLang="ko-KR" sz="4600" dirty="0">
                <a:solidFill>
                  <a:srgbClr val="363D62"/>
                </a:solidFill>
                <a:latin typeface="Pretendard Black" panose="02000A03000000020004" pitchFamily="2" charset="-127"/>
                <a:ea typeface="Pretendard Black" panose="02000A03000000020004" pitchFamily="2" charset="-127"/>
                <a:cs typeface="Pretendard Black" panose="02000A03000000020004" pitchFamily="2" charset="-127"/>
              </a:rPr>
              <a:t>이펙트</a:t>
            </a:r>
            <a:r>
              <a:rPr lang="en-US" altLang="ko-KR" sz="4600" dirty="0">
                <a:solidFill>
                  <a:srgbClr val="363D62"/>
                </a:solidFill>
                <a:latin typeface="Pretendard Black" panose="02000A03000000020004" pitchFamily="2" charset="-127"/>
                <a:ea typeface="Pretendard Black" panose="02000A03000000020004" pitchFamily="2" charset="-127"/>
                <a:cs typeface="Pretendard Black" panose="02000A03000000020004" pitchFamily="2" charset="-127"/>
              </a:rPr>
              <a:t> </a:t>
            </a:r>
            <a:r>
              <a:rPr lang="ko-KR" altLang="ko-KR" sz="4600" dirty="0">
                <a:solidFill>
                  <a:srgbClr val="363D62"/>
                </a:solidFill>
                <a:latin typeface="Pretendard Black" panose="02000A03000000020004" pitchFamily="2" charset="-127"/>
                <a:ea typeface="Pretendard Black" panose="02000A03000000020004" pitchFamily="2" charset="-127"/>
                <a:cs typeface="Pretendard Black" panose="02000A03000000020004" pitchFamily="2" charset="-127"/>
              </a:rPr>
              <a:t>처리</a:t>
            </a:r>
            <a:endParaRPr lang="ko-KR" altLang="en-US" sz="4600" dirty="0">
              <a:solidFill>
                <a:srgbClr val="363D62"/>
              </a:solidFill>
              <a:latin typeface="Pretendard Black" panose="02000A03000000020004" pitchFamily="2" charset="-127"/>
              <a:ea typeface="Pretendard Black" panose="02000A03000000020004" pitchFamily="2" charset="-127"/>
              <a:cs typeface="Pretendard Black" panose="02000A03000000020004" pitchFamily="2" charset="-127"/>
            </a:endParaRPr>
          </a:p>
        </p:txBody>
      </p:sp>
      <p:sp>
        <p:nvSpPr>
          <p:cNvPr id="28" name="TextBox 13"/>
          <p:cNvSpPr txBox="1"/>
          <p:nvPr/>
        </p:nvSpPr>
        <p:spPr>
          <a:xfrm>
            <a:off x="1302049" y="1815465"/>
            <a:ext cx="6236335" cy="356235"/>
          </a:xfrm>
          <a:prstGeom prst="rect">
            <a:avLst/>
          </a:prstGeom>
        </p:spPr>
        <p:txBody>
          <a:bodyPr vert="horz" wrap="square" lIns="0" tIns="0" rIns="0" bIns="0" numCol="1" anchor="t">
            <a:noAutofit/>
          </a:bodyPr>
          <a:lstStyle/>
          <a:p>
            <a:pPr>
              <a:lnSpc>
                <a:spcPct val="99600"/>
              </a:lnSpc>
            </a:pPr>
            <a:r>
              <a:rPr lang="en-US" altLang="ko-KR" sz="2000" b="1" dirty="0">
                <a:solidFill>
                  <a:srgbClr val="363D6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Claw </a:t>
            </a:r>
            <a:r>
              <a:rPr lang="ko-KR" altLang="ko-KR" sz="2000" b="1" dirty="0">
                <a:solidFill>
                  <a:srgbClr val="363D6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공격</a:t>
            </a:r>
            <a:r>
              <a:rPr lang="en-US" altLang="ko-KR" sz="2000" b="1" dirty="0">
                <a:solidFill>
                  <a:srgbClr val="363D6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/ Flame </a:t>
            </a:r>
            <a:r>
              <a:rPr lang="ko-KR" altLang="ko-KR" sz="2000" b="1" dirty="0">
                <a:solidFill>
                  <a:srgbClr val="363D6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공격</a:t>
            </a:r>
            <a:r>
              <a:rPr lang="en-US" altLang="ko-KR" sz="2000" b="1" dirty="0">
                <a:solidFill>
                  <a:srgbClr val="363D6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ko-KR" sz="2000" b="1" dirty="0">
                <a:solidFill>
                  <a:srgbClr val="363D6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등</a:t>
            </a:r>
            <a:r>
              <a:rPr lang="en-US" altLang="ko-KR" sz="2000" b="1" dirty="0">
                <a:solidFill>
                  <a:srgbClr val="363D6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ko-KR" sz="2000" b="1" dirty="0">
                <a:solidFill>
                  <a:srgbClr val="363D6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히트</a:t>
            </a:r>
            <a:r>
              <a:rPr lang="en-US" altLang="ko-KR" sz="2000" b="1" dirty="0">
                <a:solidFill>
                  <a:srgbClr val="363D6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ko-KR" sz="2000" b="1" dirty="0">
                <a:solidFill>
                  <a:srgbClr val="363D6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판정</a:t>
            </a:r>
            <a:r>
              <a:rPr lang="en-US" altLang="ko-KR" sz="2000" b="1" dirty="0">
                <a:solidFill>
                  <a:srgbClr val="363D6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ko-KR" sz="2000" b="1" dirty="0">
                <a:solidFill>
                  <a:srgbClr val="363D6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처리</a:t>
            </a:r>
            <a:r>
              <a:rPr lang="en-US" altLang="ko-KR" sz="2000" b="1" dirty="0">
                <a:solidFill>
                  <a:srgbClr val="363D6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ko-KR" sz="2000" b="1" dirty="0">
                <a:solidFill>
                  <a:srgbClr val="363D6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방식</a:t>
            </a:r>
            <a:endParaRPr lang="ko-KR" altLang="en-US" sz="2000" b="1" dirty="0">
              <a:solidFill>
                <a:srgbClr val="363D62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29" name="TextBox 3"/>
          <p:cNvSpPr txBox="1"/>
          <p:nvPr/>
        </p:nvSpPr>
        <p:spPr>
          <a:xfrm>
            <a:off x="1308100" y="215898"/>
            <a:ext cx="407035" cy="229235"/>
          </a:xfrm>
          <a:prstGeom prst="rect">
            <a:avLst/>
          </a:prstGeom>
        </p:spPr>
        <p:txBody>
          <a:bodyPr vert="horz" wrap="square" lIns="0" tIns="0" rIns="0" bIns="0" numCol="1" anchor="ctr">
            <a:noAutofit/>
          </a:bodyPr>
          <a:lstStyle/>
          <a:p>
            <a:pPr marL="0" indent="0" algn="ctr">
              <a:lnSpc>
                <a:spcPct val="99600"/>
              </a:lnSpc>
              <a:buFontTx/>
              <a:buNone/>
            </a:pPr>
            <a:r>
              <a:rPr lang="en-US" sz="2000" b="0" i="0" strike="noStrike" dirty="0" smtClean="0">
                <a:solidFill>
                  <a:srgbClr val="363D62"/>
                </a:solidFill>
                <a:latin typeface="Pretendard Black" panose="02000A03000000020004" pitchFamily="2" charset="-127"/>
                <a:ea typeface="Pretendard Black" panose="02000A03000000020004" pitchFamily="2" charset="-127"/>
                <a:cs typeface="Pretendard Black" panose="02000A03000000020004" pitchFamily="2" charset="-127"/>
              </a:rPr>
              <a:t>03</a:t>
            </a:r>
            <a:endParaRPr lang="ko-KR" altLang="en-US" sz="2000" b="0" i="0" strike="noStrike" dirty="0">
              <a:solidFill>
                <a:srgbClr val="363D62"/>
              </a:solidFill>
              <a:latin typeface="Pretendard Black" panose="02000A03000000020004" pitchFamily="2" charset="-127"/>
              <a:ea typeface="Pretendard Black" panose="02000A03000000020004" pitchFamily="2" charset="-127"/>
              <a:cs typeface="Pretendard Black" panose="02000A03000000020004" pitchFamily="2" charset="-127"/>
            </a:endParaRPr>
          </a:p>
        </p:txBody>
      </p:sp>
      <p:sp>
        <p:nvSpPr>
          <p:cNvPr id="30" name="TextBox 7"/>
          <p:cNvSpPr txBox="1">
            <a:spLocks/>
          </p:cNvSpPr>
          <p:nvPr/>
        </p:nvSpPr>
        <p:spPr>
          <a:xfrm>
            <a:off x="7426325" y="25400"/>
            <a:ext cx="3473450" cy="622300"/>
          </a:xfrm>
          <a:prstGeom prst="rect">
            <a:avLst/>
          </a:prstGeom>
        </p:spPr>
        <p:txBody>
          <a:bodyPr vert="horz" wrap="square" lIns="0" tIns="0" rIns="0" bIns="0" numCol="1" anchor="ctr">
            <a:noAutofit/>
          </a:bodyPr>
          <a:lstStyle/>
          <a:p>
            <a:pPr marL="0" indent="0" algn="ctr">
              <a:lnSpc>
                <a:spcPct val="99600"/>
              </a:lnSpc>
              <a:buFontTx/>
              <a:buNone/>
            </a:pPr>
            <a:r>
              <a:rPr lang="ko-KR" altLang="en-US" sz="3000" b="1" i="0" strike="noStrike" dirty="0" smtClean="0">
                <a:solidFill>
                  <a:srgbClr val="363D62"/>
                </a:solidFill>
                <a:latin typeface="Pretendard Black" panose="02000A03000000020004" pitchFamily="2" charset="-127"/>
                <a:ea typeface="Pretendard Black" panose="02000A03000000020004" pitchFamily="2" charset="-127"/>
                <a:cs typeface="Pretendard Black" panose="02000A03000000020004" pitchFamily="2" charset="-127"/>
              </a:rPr>
              <a:t>기능 구현</a:t>
            </a:r>
            <a:endParaRPr lang="ko-KR" altLang="en-US" sz="3000" b="1" i="0" strike="noStrike" dirty="0">
              <a:solidFill>
                <a:srgbClr val="363D62"/>
              </a:solidFill>
              <a:latin typeface="Pretendard Black" panose="02000A03000000020004" pitchFamily="2" charset="-127"/>
              <a:ea typeface="Pretendard Black" panose="02000A03000000020004" pitchFamily="2" charset="-127"/>
              <a:cs typeface="Pretendard Black" panose="02000A03000000020004" pitchFamily="2" charset="-127"/>
            </a:endParaRPr>
          </a:p>
        </p:txBody>
      </p:sp>
      <p:sp>
        <p:nvSpPr>
          <p:cNvPr id="31" name="슬라이드 번호 개체 틀 30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US" smtClean="0"/>
              <a:t>Luna ON PortFolio </a:t>
            </a:r>
            <a:fld id="{B6F15528-21DE-4FAA-801E-634DDDAF4B2B}" type="slidenum">
              <a:rPr lang="en-US" smtClean="0">
                <a:latin typeface="Pretendard Black" panose="02000A03000000020004" pitchFamily="2" charset="-127"/>
                <a:ea typeface="Pretendard Black" panose="02000A03000000020004" pitchFamily="2" charset="-127"/>
                <a:cs typeface="Pretendard Black" panose="02000A03000000020004" pitchFamily="2" charset="-127"/>
              </a:rPr>
              <a:pPr/>
              <a:t>9</a:t>
            </a:fld>
            <a:endParaRPr lang="en-US" dirty="0">
              <a:latin typeface="Pretendard Black" panose="02000A03000000020004" pitchFamily="2" charset="-127"/>
              <a:ea typeface="Pretendard Black" panose="02000A03000000020004" pitchFamily="2" charset="-127"/>
              <a:cs typeface="Pretendard Black" panose="02000A03000000020004" pitchFamily="2" charset="-127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4"/>
          <p:cNvPicPr>
            <a:picLocks noChangeAspect="1"/>
          </p:cNvPicPr>
          <p:nvPr/>
        </p:nvPicPr>
        <p:blipFill>
          <a:blip r:embed="rId2">
            <a:alphaModFix amt="50000"/>
          </a:blip>
          <a:stretch>
            <a:fillRect/>
          </a:stretch>
        </p:blipFill>
        <p:spPr>
          <a:xfrm rot="-10800000">
            <a:off x="-558800" y="647700"/>
            <a:ext cx="19443700" cy="635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20800" y="2514600"/>
            <a:ext cx="4711700" cy="26543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35700" y="2514600"/>
            <a:ext cx="4711700" cy="2654300"/>
          </a:xfrm>
          <a:prstGeom prst="rect">
            <a:avLst/>
          </a:prstGeom>
        </p:spPr>
      </p:pic>
      <p:sp>
        <p:nvSpPr>
          <p:cNvPr id="11" name="TextBox 11"/>
          <p:cNvSpPr txBox="1"/>
          <p:nvPr/>
        </p:nvSpPr>
        <p:spPr>
          <a:xfrm>
            <a:off x="11226801" y="2527300"/>
            <a:ext cx="5842000" cy="5182235"/>
          </a:xfrm>
          <a:prstGeom prst="rect">
            <a:avLst/>
          </a:prstGeom>
        </p:spPr>
        <p:txBody>
          <a:bodyPr vert="horz" wrap="square" lIns="0" tIns="0" rIns="0" bIns="0" numCol="1" anchor="t">
            <a:noAutofit/>
          </a:bodyPr>
          <a:lstStyle/>
          <a:p>
            <a:pPr marL="342900" indent="-342900" algn="l">
              <a:lnSpc>
                <a:spcPct val="99600"/>
              </a:lnSpc>
              <a:buFont typeface="Arial" panose="020B0604020202020204" pitchFamily="34" charset="0"/>
              <a:buChar char="•"/>
            </a:pPr>
            <a:r>
              <a:rPr lang="ko-KR" sz="2400" b="1" i="0" strike="noStrike" dirty="0">
                <a:solidFill>
                  <a:srgbClr val="363D6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반복</a:t>
            </a:r>
            <a:r>
              <a:rPr lang="en-US" sz="2400" b="1" i="0" strike="noStrike" dirty="0">
                <a:solidFill>
                  <a:srgbClr val="363D6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sz="2400" b="1" i="0" strike="noStrike" dirty="0">
                <a:solidFill>
                  <a:srgbClr val="363D6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생성되는</a:t>
            </a:r>
            <a:r>
              <a:rPr lang="en-US" sz="2400" b="1" i="0" strike="noStrike" dirty="0">
                <a:solidFill>
                  <a:srgbClr val="363D6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sz="2400" b="1" i="0" strike="noStrike" dirty="0">
                <a:solidFill>
                  <a:srgbClr val="363D6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일반</a:t>
            </a:r>
            <a:r>
              <a:rPr lang="en-US" sz="2400" b="1" i="0" strike="noStrike" dirty="0">
                <a:solidFill>
                  <a:srgbClr val="363D6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sz="2400" b="1" i="0" strike="noStrike" dirty="0" err="1">
                <a:solidFill>
                  <a:srgbClr val="363D6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몬스터들은</a:t>
            </a:r>
            <a:r>
              <a:rPr lang="en-US" sz="2400" b="1" i="0" strike="noStrike" dirty="0">
                <a:solidFill>
                  <a:srgbClr val="363D6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sz="2400" b="1" i="0" strike="noStrike" dirty="0" smtClean="0">
                <a:solidFill>
                  <a:srgbClr val="363D6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SpawningPool → PoolManager → ObjectManager </a:t>
            </a:r>
            <a:r>
              <a:rPr lang="ko-KR" sz="2400" b="1" i="0" strike="noStrike" dirty="0" smtClean="0">
                <a:solidFill>
                  <a:srgbClr val="363D6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흐름으로</a:t>
            </a:r>
            <a:r>
              <a:rPr lang="en-US" sz="2400" b="1" i="0" strike="noStrike" dirty="0" smtClean="0">
                <a:solidFill>
                  <a:srgbClr val="363D6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sz="2400" b="1" i="0" strike="noStrike" dirty="0">
                <a:solidFill>
                  <a:srgbClr val="363D6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생성</a:t>
            </a:r>
            <a:r>
              <a:rPr lang="en-US" sz="2400" b="1" i="0" strike="noStrike" dirty="0">
                <a:solidFill>
                  <a:srgbClr val="363D6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/</a:t>
            </a:r>
            <a:r>
              <a:rPr lang="ko-KR" sz="2400" b="1" i="0" strike="noStrike" dirty="0">
                <a:solidFill>
                  <a:srgbClr val="363D6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관리됩니다</a:t>
            </a:r>
            <a:r>
              <a:rPr lang="en-US" sz="2400" b="1" i="0" strike="noStrike" dirty="0">
                <a:solidFill>
                  <a:srgbClr val="363D6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.</a:t>
            </a:r>
            <a:endParaRPr lang="ko-KR" altLang="en-US" sz="2400" b="1" i="0" strike="noStrike" dirty="0">
              <a:solidFill>
                <a:srgbClr val="363D62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marL="342900" indent="-342900" algn="l">
              <a:lnSpc>
                <a:spcPct val="99600"/>
              </a:lnSpc>
              <a:buFont typeface="Arial" panose="020B0604020202020204" pitchFamily="34" charset="0"/>
              <a:buChar char="•"/>
            </a:pPr>
            <a:endParaRPr lang="ko-KR" altLang="en-US" sz="2400" b="1" i="0" strike="noStrike" dirty="0">
              <a:solidFill>
                <a:srgbClr val="363D62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marL="342900" indent="-342900" algn="l">
              <a:lnSpc>
                <a:spcPct val="99600"/>
              </a:lnSpc>
              <a:buFont typeface="Arial" panose="020B0604020202020204" pitchFamily="34" charset="0"/>
              <a:buChar char="•"/>
            </a:pPr>
            <a:r>
              <a:rPr lang="en-US" sz="2400" b="1" i="0" strike="noStrike" dirty="0">
                <a:solidFill>
                  <a:srgbClr val="363D6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PoolManager</a:t>
            </a:r>
            <a:r>
              <a:rPr lang="ko-KR" sz="2400" b="1" i="0" strike="noStrike" dirty="0">
                <a:solidFill>
                  <a:srgbClr val="363D6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는</a:t>
            </a:r>
            <a:r>
              <a:rPr lang="en-US" sz="2400" b="1" i="0" strike="noStrike" dirty="0">
                <a:solidFill>
                  <a:srgbClr val="363D6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sz="2400" b="1" i="0" strike="noStrike" dirty="0">
                <a:solidFill>
                  <a:srgbClr val="363D6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비활성화된</a:t>
            </a:r>
            <a:r>
              <a:rPr lang="en-US" sz="2400" b="1" i="0" strike="noStrike" dirty="0">
                <a:solidFill>
                  <a:srgbClr val="363D6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sz="2400" b="1" i="0" strike="noStrike" dirty="0">
                <a:solidFill>
                  <a:srgbClr val="363D6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오브젝트를</a:t>
            </a:r>
            <a:r>
              <a:rPr lang="en-US" sz="2400" b="1" i="0" strike="noStrike" dirty="0">
                <a:solidFill>
                  <a:srgbClr val="363D6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sz="2400" b="1" i="0" strike="noStrike" dirty="0">
                <a:solidFill>
                  <a:srgbClr val="363D6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재사용하고</a:t>
            </a:r>
            <a:r>
              <a:rPr lang="en-US" sz="2400" b="1" i="0" strike="noStrike" dirty="0">
                <a:solidFill>
                  <a:srgbClr val="363D6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, </a:t>
            </a:r>
            <a:r>
              <a:rPr lang="ko-KR" sz="2400" b="1" i="0" strike="noStrike" dirty="0">
                <a:solidFill>
                  <a:srgbClr val="363D6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부족할</a:t>
            </a:r>
            <a:r>
              <a:rPr lang="en-US" sz="2400" b="1" i="0" strike="noStrike" dirty="0">
                <a:solidFill>
                  <a:srgbClr val="363D6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sz="2400" b="1" i="0" strike="noStrike" dirty="0">
                <a:solidFill>
                  <a:srgbClr val="363D6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경우</a:t>
            </a:r>
            <a:r>
              <a:rPr lang="en-US" sz="2400" b="1" i="0" strike="noStrike" dirty="0">
                <a:solidFill>
                  <a:srgbClr val="363D6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ObjectManager</a:t>
            </a:r>
            <a:r>
              <a:rPr lang="ko-KR" sz="2400" b="1" i="0" strike="noStrike" dirty="0">
                <a:solidFill>
                  <a:srgbClr val="363D6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에서</a:t>
            </a:r>
            <a:r>
              <a:rPr lang="en-US" sz="2400" b="1" i="0" strike="noStrike" dirty="0">
                <a:solidFill>
                  <a:srgbClr val="363D6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sz="2400" b="1" i="0" strike="noStrike" dirty="0">
                <a:solidFill>
                  <a:srgbClr val="363D6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새로</a:t>
            </a:r>
            <a:r>
              <a:rPr lang="en-US" sz="2400" b="1" i="0" strike="noStrike" dirty="0">
                <a:solidFill>
                  <a:srgbClr val="363D6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sz="2400" b="1" i="0" strike="noStrike" dirty="0">
                <a:solidFill>
                  <a:srgbClr val="363D6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생성합니다</a:t>
            </a:r>
            <a:r>
              <a:rPr lang="en-US" sz="2400" b="1" i="0" strike="noStrike" dirty="0">
                <a:solidFill>
                  <a:srgbClr val="363D6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.</a:t>
            </a:r>
            <a:endParaRPr lang="ko-KR" altLang="en-US" sz="2400" b="1" i="0" strike="noStrike" dirty="0">
              <a:solidFill>
                <a:srgbClr val="363D62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marL="342900" indent="-342900" algn="l">
              <a:lnSpc>
                <a:spcPct val="99600"/>
              </a:lnSpc>
              <a:buFont typeface="Arial" panose="020B0604020202020204" pitchFamily="34" charset="0"/>
              <a:buChar char="•"/>
            </a:pPr>
            <a:endParaRPr lang="ko-KR" altLang="en-US" sz="2400" b="1" i="0" strike="noStrike" dirty="0">
              <a:solidFill>
                <a:srgbClr val="363D62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marL="342900" indent="-342900" algn="l">
              <a:lnSpc>
                <a:spcPct val="99600"/>
              </a:lnSpc>
              <a:buFont typeface="Arial" panose="020B0604020202020204" pitchFamily="34" charset="0"/>
              <a:buChar char="•"/>
            </a:pPr>
            <a:r>
              <a:rPr lang="ko-KR" sz="2400" b="1" i="0" strike="noStrike" dirty="0">
                <a:solidFill>
                  <a:srgbClr val="363D6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죽은</a:t>
            </a:r>
            <a:r>
              <a:rPr lang="en-US" sz="2400" b="1" i="0" strike="noStrike" dirty="0">
                <a:solidFill>
                  <a:srgbClr val="363D6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sz="2400" b="1" i="0" strike="noStrike" dirty="0">
                <a:solidFill>
                  <a:srgbClr val="363D6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몬스터는</a:t>
            </a:r>
            <a:r>
              <a:rPr lang="en-US" sz="2400" b="1" i="0" strike="noStrike" dirty="0">
                <a:solidFill>
                  <a:srgbClr val="363D6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SetActive(false)</a:t>
            </a:r>
            <a:r>
              <a:rPr lang="ko-KR" sz="2400" b="1" i="0" strike="noStrike" dirty="0">
                <a:solidFill>
                  <a:srgbClr val="363D6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로</a:t>
            </a:r>
            <a:r>
              <a:rPr lang="en-US" sz="2400" b="1" i="0" strike="noStrike" dirty="0">
                <a:solidFill>
                  <a:srgbClr val="363D6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sz="2400" b="1" i="0" strike="noStrike" dirty="0" smtClean="0">
                <a:solidFill>
                  <a:srgbClr val="363D6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풀에</a:t>
            </a:r>
            <a:r>
              <a:rPr lang="en-US" altLang="ko-KR" sz="2400" b="1" dirty="0">
                <a:solidFill>
                  <a:srgbClr val="363D6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sz="2400" b="1" i="0" strike="noStrike" dirty="0" smtClean="0">
                <a:solidFill>
                  <a:srgbClr val="363D6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보관되고</a:t>
            </a:r>
            <a:r>
              <a:rPr lang="en-US" sz="2400" b="1" i="0" strike="noStrike" dirty="0">
                <a:solidFill>
                  <a:srgbClr val="363D6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, </a:t>
            </a:r>
            <a:r>
              <a:rPr lang="ko-KR" sz="2400" b="1" i="0" strike="noStrike" dirty="0">
                <a:solidFill>
                  <a:srgbClr val="363D6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일정시간</a:t>
            </a:r>
            <a:r>
              <a:rPr lang="en-US" sz="2400" b="1" i="0" strike="noStrike" dirty="0">
                <a:solidFill>
                  <a:srgbClr val="363D6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sz="2400" b="1" i="0" strike="noStrike" dirty="0">
                <a:solidFill>
                  <a:srgbClr val="363D6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후</a:t>
            </a:r>
            <a:r>
              <a:rPr lang="en-US" sz="2400" b="1" i="0" strike="noStrike" dirty="0">
                <a:solidFill>
                  <a:srgbClr val="363D6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SpawningPool</a:t>
            </a:r>
            <a:r>
              <a:rPr lang="ko-KR" sz="2400" b="1" i="0" strike="noStrike" dirty="0" smtClean="0">
                <a:solidFill>
                  <a:srgbClr val="363D6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에서</a:t>
            </a:r>
            <a:r>
              <a:rPr lang="en-US" altLang="ko-KR" sz="2400" b="1" dirty="0">
                <a:solidFill>
                  <a:srgbClr val="363D6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sz="2400" b="1" i="0" strike="noStrike" dirty="0" err="1" smtClean="0">
                <a:solidFill>
                  <a:srgbClr val="363D6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리스폰</a:t>
            </a:r>
            <a:r>
              <a:rPr lang="en-US" sz="2400" b="1" i="0" strike="noStrike" dirty="0" smtClean="0">
                <a:solidFill>
                  <a:srgbClr val="363D6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sz="2400" b="1" i="0" strike="noStrike" dirty="0">
                <a:solidFill>
                  <a:srgbClr val="363D6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위치에</a:t>
            </a:r>
            <a:r>
              <a:rPr lang="en-US" sz="2400" b="1" i="0" strike="noStrike" dirty="0">
                <a:solidFill>
                  <a:srgbClr val="363D6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sz="2400" b="1" i="0" strike="noStrike" dirty="0">
                <a:solidFill>
                  <a:srgbClr val="363D6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다시</a:t>
            </a:r>
            <a:r>
              <a:rPr lang="en-US" sz="2400" b="1" i="0" strike="noStrike" dirty="0">
                <a:solidFill>
                  <a:srgbClr val="363D6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sz="2400" b="1" i="0" strike="noStrike" dirty="0">
                <a:solidFill>
                  <a:srgbClr val="363D6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배치됩니다</a:t>
            </a:r>
            <a:r>
              <a:rPr lang="en-US" sz="2400" b="1" i="0" strike="noStrike" dirty="0">
                <a:solidFill>
                  <a:srgbClr val="363D6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.</a:t>
            </a:r>
            <a:endParaRPr lang="ko-KR" altLang="en-US" sz="2400" b="1" i="0" strike="noStrike" dirty="0">
              <a:solidFill>
                <a:srgbClr val="363D62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marL="342900" indent="-342900" algn="l">
              <a:lnSpc>
                <a:spcPct val="99600"/>
              </a:lnSpc>
              <a:buFont typeface="Arial" panose="020B0604020202020204" pitchFamily="34" charset="0"/>
              <a:buChar char="•"/>
            </a:pPr>
            <a:endParaRPr lang="ko-KR" altLang="en-US" sz="2400" b="1" i="0" strike="noStrike" dirty="0">
              <a:solidFill>
                <a:srgbClr val="363D62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marL="342900" indent="-342900" algn="l">
              <a:lnSpc>
                <a:spcPct val="99600"/>
              </a:lnSpc>
              <a:buFont typeface="Arial" panose="020B0604020202020204" pitchFamily="34" charset="0"/>
              <a:buChar char="•"/>
            </a:pPr>
            <a:r>
              <a:rPr lang="ko-KR" sz="2400" b="1" i="0" strike="noStrike" dirty="0">
                <a:solidFill>
                  <a:srgbClr val="363D6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이로</a:t>
            </a:r>
            <a:r>
              <a:rPr lang="en-US" sz="2400" b="1" i="0" strike="noStrike" dirty="0">
                <a:solidFill>
                  <a:srgbClr val="363D6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sz="2400" b="1" i="0" strike="noStrike" dirty="0">
                <a:solidFill>
                  <a:srgbClr val="363D6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인해</a:t>
            </a:r>
            <a:r>
              <a:rPr lang="en-US" sz="2400" b="1" i="0" strike="noStrike" dirty="0">
                <a:solidFill>
                  <a:srgbClr val="363D6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sz="2400" b="1" i="0" strike="noStrike" dirty="0">
                <a:solidFill>
                  <a:srgbClr val="363D6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런타임</a:t>
            </a:r>
            <a:r>
              <a:rPr lang="en-US" sz="2400" b="1" i="0" strike="noStrike" dirty="0">
                <a:solidFill>
                  <a:srgbClr val="363D6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sz="2400" b="1" i="0" strike="noStrike" dirty="0">
                <a:solidFill>
                  <a:srgbClr val="363D6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성능</a:t>
            </a:r>
            <a:r>
              <a:rPr lang="en-US" sz="2400" b="1" i="0" strike="noStrike" dirty="0">
                <a:solidFill>
                  <a:srgbClr val="363D6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sz="2400" b="1" i="0" strike="noStrike" dirty="0">
                <a:solidFill>
                  <a:srgbClr val="363D6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저하를</a:t>
            </a:r>
            <a:r>
              <a:rPr lang="en-US" sz="2400" b="1" i="0" strike="noStrike" dirty="0">
                <a:solidFill>
                  <a:srgbClr val="363D6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sz="2400" b="1" i="0" strike="noStrike" dirty="0">
                <a:solidFill>
                  <a:srgbClr val="363D6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방지하고</a:t>
            </a:r>
            <a:r>
              <a:rPr lang="en-US" sz="2400" b="1" i="0" strike="noStrike" dirty="0" smtClean="0">
                <a:solidFill>
                  <a:srgbClr val="363D6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, GC</a:t>
            </a:r>
            <a:r>
              <a:rPr lang="en-US" sz="2400" b="1" i="0" strike="noStrike" dirty="0">
                <a:solidFill>
                  <a:srgbClr val="363D6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</a:t>
            </a:r>
            <a:r>
              <a:rPr lang="ko-KR" sz="2400" b="1" i="0" strike="noStrike" dirty="0" err="1">
                <a:solidFill>
                  <a:srgbClr val="363D6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가비지</a:t>
            </a:r>
            <a:r>
              <a:rPr lang="en-US" sz="2400" b="1" i="0" strike="noStrike" dirty="0">
                <a:solidFill>
                  <a:srgbClr val="363D6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sz="2400" b="1" i="0" strike="noStrike" dirty="0">
                <a:solidFill>
                  <a:srgbClr val="363D6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컬렉션</a:t>
            </a:r>
            <a:r>
              <a:rPr lang="en-US" sz="2400" b="1" i="0" strike="noStrike" dirty="0">
                <a:solidFill>
                  <a:srgbClr val="363D6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) </a:t>
            </a:r>
            <a:r>
              <a:rPr lang="ko-KR" sz="2400" b="1" i="0" strike="noStrike" dirty="0">
                <a:solidFill>
                  <a:srgbClr val="363D6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발생을</a:t>
            </a:r>
            <a:r>
              <a:rPr lang="en-US" sz="2400" b="1" i="0" strike="noStrike" dirty="0">
                <a:solidFill>
                  <a:srgbClr val="363D6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sz="2400" b="1" i="0" strike="noStrike" dirty="0">
                <a:solidFill>
                  <a:srgbClr val="363D6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최소화했습니다</a:t>
            </a:r>
            <a:r>
              <a:rPr lang="en-US" sz="2400" b="1" i="0" strike="noStrike" dirty="0">
                <a:solidFill>
                  <a:srgbClr val="363D6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.</a:t>
            </a:r>
            <a:endParaRPr lang="ko-KR" altLang="en-US" sz="2400" b="1" i="0" strike="noStrike" dirty="0">
              <a:solidFill>
                <a:srgbClr val="363D62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grpSp>
        <p:nvGrpSpPr>
          <p:cNvPr id="24" name="그룹 23"/>
          <p:cNvGrpSpPr/>
          <p:nvPr/>
        </p:nvGrpSpPr>
        <p:grpSpPr>
          <a:xfrm>
            <a:off x="7171634" y="5442734"/>
            <a:ext cx="3289056" cy="2770710"/>
            <a:chOff x="7174771" y="5400787"/>
            <a:chExt cx="3033319" cy="2770710"/>
          </a:xfrm>
        </p:grpSpPr>
        <p:pic>
          <p:nvPicPr>
            <p:cNvPr id="31" name="Picture 31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 rot="5400000">
              <a:off x="8392717" y="6022751"/>
              <a:ext cx="571500" cy="444500"/>
            </a:xfrm>
            <a:prstGeom prst="rect">
              <a:avLst/>
            </a:prstGeom>
          </p:spPr>
        </p:pic>
        <p:sp>
          <p:nvSpPr>
            <p:cNvPr id="32" name="TextBox 32"/>
            <p:cNvSpPr txBox="1"/>
            <p:nvPr/>
          </p:nvSpPr>
          <p:spPr>
            <a:xfrm>
              <a:off x="7503719" y="5400787"/>
              <a:ext cx="2235200" cy="4064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lvl="0" algn="ctr">
                <a:lnSpc>
                  <a:spcPct val="99600"/>
                </a:lnSpc>
              </a:pPr>
              <a:r>
                <a:rPr lang="en-US" sz="2300" b="0" i="0" u="none" strike="noStrike" dirty="0">
                  <a:solidFill>
                    <a:srgbClr val="363D62"/>
                  </a:solidFill>
                  <a:latin typeface="Pretendard Black" panose="02000A03000000020004" pitchFamily="2" charset="-127"/>
                  <a:ea typeface="Pretendard Black" panose="02000A03000000020004" pitchFamily="2" charset="-127"/>
                  <a:cs typeface="Pretendard Black" panose="02000A03000000020004" pitchFamily="2" charset="-127"/>
                </a:rPr>
                <a:t>[ </a:t>
              </a:r>
              <a:r>
                <a:rPr lang="ko-KR" sz="2300" b="0" i="0" u="none" strike="noStrike" dirty="0">
                  <a:solidFill>
                    <a:srgbClr val="363D62"/>
                  </a:solidFill>
                  <a:latin typeface="Pretendard Black" panose="02000A03000000020004" pitchFamily="2" charset="-127"/>
                  <a:ea typeface="Pretendard Black" panose="02000A03000000020004" pitchFamily="2" charset="-127"/>
                  <a:cs typeface="Pretendard Black" panose="02000A03000000020004" pitchFamily="2" charset="-127"/>
                </a:rPr>
                <a:t>몬스터</a:t>
              </a:r>
              <a:r>
                <a:rPr lang="en-US" sz="2300" b="0" i="0" u="none" strike="noStrike" dirty="0">
                  <a:solidFill>
                    <a:srgbClr val="363D62"/>
                  </a:solidFill>
                  <a:latin typeface="Pretendard Black" panose="02000A03000000020004" pitchFamily="2" charset="-127"/>
                  <a:ea typeface="Pretendard Black" panose="02000A03000000020004" pitchFamily="2" charset="-127"/>
                  <a:cs typeface="Pretendard Black" panose="02000A03000000020004" pitchFamily="2" charset="-127"/>
                </a:rPr>
                <a:t> </a:t>
              </a:r>
              <a:r>
                <a:rPr lang="ko-KR" sz="2300" b="0" i="0" u="none" strike="noStrike" dirty="0">
                  <a:solidFill>
                    <a:srgbClr val="363D62"/>
                  </a:solidFill>
                  <a:latin typeface="Pretendard Black" panose="02000A03000000020004" pitchFamily="2" charset="-127"/>
                  <a:ea typeface="Pretendard Black" panose="02000A03000000020004" pitchFamily="2" charset="-127"/>
                  <a:cs typeface="Pretendard Black" panose="02000A03000000020004" pitchFamily="2" charset="-127"/>
                </a:rPr>
                <a:t>사망</a:t>
              </a:r>
              <a:r>
                <a:rPr lang="en-US" sz="2300" b="0" i="0" u="none" strike="noStrike" dirty="0">
                  <a:solidFill>
                    <a:srgbClr val="363D62"/>
                  </a:solidFill>
                  <a:latin typeface="Pretendard Black" panose="02000A03000000020004" pitchFamily="2" charset="-127"/>
                  <a:ea typeface="Pretendard Black" panose="02000A03000000020004" pitchFamily="2" charset="-127"/>
                  <a:cs typeface="Pretendard Black" panose="02000A03000000020004" pitchFamily="2" charset="-127"/>
                </a:rPr>
                <a:t> ]</a:t>
              </a:r>
            </a:p>
          </p:txBody>
        </p:sp>
        <p:pic>
          <p:nvPicPr>
            <p:cNvPr id="33" name="Picture 33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 rot="5400000">
              <a:off x="8392718" y="7147925"/>
              <a:ext cx="571500" cy="444500"/>
            </a:xfrm>
            <a:prstGeom prst="rect">
              <a:avLst/>
            </a:prstGeom>
          </p:spPr>
        </p:pic>
        <p:sp>
          <p:nvSpPr>
            <p:cNvPr id="35" name="TextBox 35"/>
            <p:cNvSpPr txBox="1"/>
            <p:nvPr/>
          </p:nvSpPr>
          <p:spPr>
            <a:xfrm>
              <a:off x="7174771" y="6455942"/>
              <a:ext cx="3033319" cy="5334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lvl="0" algn="ctr">
                <a:lnSpc>
                  <a:spcPct val="99600"/>
                </a:lnSpc>
              </a:pPr>
              <a:r>
                <a:rPr lang="en-US" sz="2000" i="0" u="none" strike="noStrike" dirty="0">
                  <a:solidFill>
                    <a:srgbClr val="363D62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ObjectManager.Despawn()</a:t>
              </a:r>
            </a:p>
          </p:txBody>
        </p:sp>
        <p:sp>
          <p:nvSpPr>
            <p:cNvPr id="49" name="TextBox 35"/>
            <p:cNvSpPr txBox="1"/>
            <p:nvPr/>
          </p:nvSpPr>
          <p:spPr>
            <a:xfrm>
              <a:off x="7174771" y="7638097"/>
              <a:ext cx="3033319" cy="5334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lvl="0" algn="ctr">
                <a:lnSpc>
                  <a:spcPct val="99600"/>
                </a:lnSpc>
              </a:pPr>
              <a:r>
                <a:rPr lang="en-US" altLang="ko-KR" sz="2000" dirty="0">
                  <a:solidFill>
                    <a:srgbClr val="363D62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obj.SetActive(false)</a:t>
              </a:r>
            </a:p>
          </p:txBody>
        </p:sp>
      </p:grpSp>
      <p:grpSp>
        <p:nvGrpSpPr>
          <p:cNvPr id="19" name="그룹 18"/>
          <p:cNvGrpSpPr/>
          <p:nvPr/>
        </p:nvGrpSpPr>
        <p:grpSpPr>
          <a:xfrm>
            <a:off x="1610959" y="5442734"/>
            <a:ext cx="4509165" cy="4064337"/>
            <a:chOff x="1610959" y="5442734"/>
            <a:chExt cx="4509165" cy="4064337"/>
          </a:xfrm>
        </p:grpSpPr>
        <p:grpSp>
          <p:nvGrpSpPr>
            <p:cNvPr id="14" name="그룹 13"/>
            <p:cNvGrpSpPr/>
            <p:nvPr/>
          </p:nvGrpSpPr>
          <p:grpSpPr>
            <a:xfrm>
              <a:off x="1894343" y="5908005"/>
              <a:ext cx="4225781" cy="3599066"/>
              <a:chOff x="2093451" y="5334227"/>
              <a:chExt cx="4225781" cy="3599066"/>
            </a:xfrm>
          </p:grpSpPr>
          <p:pic>
            <p:nvPicPr>
              <p:cNvPr id="13" name="Picture 13"/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 rot="5400000">
                <a:off x="3500136" y="5817207"/>
                <a:ext cx="571500" cy="444500"/>
              </a:xfrm>
              <a:prstGeom prst="rect">
                <a:avLst/>
              </a:prstGeom>
            </p:spPr>
          </p:pic>
          <p:sp>
            <p:nvSpPr>
              <p:cNvPr id="17" name="TextBox 17"/>
              <p:cNvSpPr txBox="1"/>
              <p:nvPr/>
            </p:nvSpPr>
            <p:spPr>
              <a:xfrm>
                <a:off x="4096732" y="5898711"/>
                <a:ext cx="2222500" cy="292100"/>
              </a:xfrm>
              <a:prstGeom prst="rect">
                <a:avLst/>
              </a:prstGeom>
            </p:spPr>
            <p:txBody>
              <a:bodyPr lIns="0" tIns="0" rIns="0" bIns="0" rtlCol="0" anchor="ctr"/>
              <a:lstStyle/>
              <a:p>
                <a:pPr lvl="0" algn="l">
                  <a:lnSpc>
                    <a:spcPct val="99600"/>
                  </a:lnSpc>
                </a:pPr>
                <a:r>
                  <a:rPr lang="en-US" sz="2000" b="1" i="0" u="none" strike="noStrike" dirty="0">
                    <a:solidFill>
                      <a:srgbClr val="363D62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GetObject&lt;T&gt;()</a:t>
                </a:r>
              </a:p>
            </p:txBody>
          </p:sp>
          <p:sp>
            <p:nvSpPr>
              <p:cNvPr id="22" name="TextBox 22"/>
              <p:cNvSpPr txBox="1"/>
              <p:nvPr/>
            </p:nvSpPr>
            <p:spPr>
              <a:xfrm>
                <a:off x="4096732" y="6990801"/>
                <a:ext cx="2222500" cy="292100"/>
              </a:xfrm>
              <a:prstGeom prst="rect">
                <a:avLst/>
              </a:prstGeom>
            </p:spPr>
            <p:txBody>
              <a:bodyPr lIns="0" tIns="0" rIns="0" bIns="0" rtlCol="0" anchor="ctr"/>
              <a:lstStyle/>
              <a:p>
                <a:pPr lvl="0" algn="l">
                  <a:lnSpc>
                    <a:spcPct val="99600"/>
                  </a:lnSpc>
                </a:pPr>
                <a:r>
                  <a:rPr lang="ko-KR" sz="2000" b="1" i="0" u="none" strike="noStrike" dirty="0">
                    <a:solidFill>
                      <a:srgbClr val="363D62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없으면</a:t>
                </a:r>
                <a:r>
                  <a:rPr lang="en-US" sz="2000" b="1" i="0" u="none" strike="noStrike" dirty="0">
                    <a:solidFill>
                      <a:srgbClr val="363D62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 </a:t>
                </a:r>
                <a:r>
                  <a:rPr lang="ko-KR" sz="2000" b="1" i="0" u="none" strike="noStrike" dirty="0">
                    <a:solidFill>
                      <a:srgbClr val="363D62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새로</a:t>
                </a:r>
                <a:r>
                  <a:rPr lang="en-US" sz="2000" b="1" i="0" u="none" strike="noStrike" dirty="0">
                    <a:solidFill>
                      <a:srgbClr val="363D62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 </a:t>
                </a:r>
                <a:r>
                  <a:rPr lang="ko-KR" sz="2000" b="1" i="0" u="none" strike="noStrike" dirty="0">
                    <a:solidFill>
                      <a:srgbClr val="363D62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생성</a:t>
                </a:r>
              </a:p>
            </p:txBody>
          </p:sp>
          <p:sp>
            <p:nvSpPr>
              <p:cNvPr id="40" name="TextBox 16"/>
              <p:cNvSpPr txBox="1"/>
              <p:nvPr/>
            </p:nvSpPr>
            <p:spPr>
              <a:xfrm>
                <a:off x="2093452" y="5334227"/>
                <a:ext cx="3384867" cy="310643"/>
              </a:xfrm>
              <a:prstGeom prst="rect">
                <a:avLst/>
              </a:prstGeom>
            </p:spPr>
            <p:txBody>
              <a:bodyPr lIns="0" tIns="0" rIns="0" bIns="0" rtlCol="0" anchor="ctr"/>
              <a:lstStyle/>
              <a:p>
                <a:pPr lvl="0" algn="ctr">
                  <a:lnSpc>
                    <a:spcPct val="99600"/>
                  </a:lnSpc>
                </a:pPr>
                <a:r>
                  <a:rPr lang="en-US" sz="2000" i="0" u="none" strike="noStrike" dirty="0" smtClean="0">
                    <a:solidFill>
                      <a:srgbClr val="363D62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SpawningPool.cs</a:t>
                </a:r>
                <a:endParaRPr lang="en-US" sz="2000" i="0" u="none" strike="noStrike" dirty="0">
                  <a:solidFill>
                    <a:srgbClr val="363D62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endParaRPr>
              </a:p>
            </p:txBody>
          </p:sp>
          <p:sp>
            <p:nvSpPr>
              <p:cNvPr id="44" name="TextBox 16"/>
              <p:cNvSpPr txBox="1"/>
              <p:nvPr/>
            </p:nvSpPr>
            <p:spPr>
              <a:xfrm>
                <a:off x="2093453" y="6434044"/>
                <a:ext cx="3384867" cy="313524"/>
              </a:xfrm>
              <a:prstGeom prst="rect">
                <a:avLst/>
              </a:prstGeom>
            </p:spPr>
            <p:txBody>
              <a:bodyPr lIns="0" tIns="0" rIns="0" bIns="0" rtlCol="0" anchor="ctr"/>
              <a:lstStyle/>
              <a:p>
                <a:pPr lvl="0" algn="ctr">
                  <a:lnSpc>
                    <a:spcPct val="99600"/>
                  </a:lnSpc>
                </a:pPr>
                <a:r>
                  <a:rPr lang="en-US" altLang="ko-KR" sz="2000" dirty="0">
                    <a:solidFill>
                      <a:srgbClr val="363D62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PoolManager.cs</a:t>
                </a:r>
              </a:p>
            </p:txBody>
          </p:sp>
          <p:pic>
            <p:nvPicPr>
              <p:cNvPr id="45" name="Picture 13"/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 rot="5400000">
                <a:off x="3500136" y="6916644"/>
                <a:ext cx="571500" cy="444500"/>
              </a:xfrm>
              <a:prstGeom prst="rect">
                <a:avLst/>
              </a:prstGeom>
            </p:spPr>
          </p:pic>
          <p:sp>
            <p:nvSpPr>
              <p:cNvPr id="46" name="TextBox 16"/>
              <p:cNvSpPr txBox="1"/>
              <p:nvPr/>
            </p:nvSpPr>
            <p:spPr>
              <a:xfrm>
                <a:off x="2093451" y="7526134"/>
                <a:ext cx="3384867" cy="316283"/>
              </a:xfrm>
              <a:prstGeom prst="rect">
                <a:avLst/>
              </a:prstGeom>
            </p:spPr>
            <p:txBody>
              <a:bodyPr lIns="0" tIns="0" rIns="0" bIns="0" rtlCol="0" anchor="ctr"/>
              <a:lstStyle/>
              <a:p>
                <a:pPr lvl="0" algn="ctr">
                  <a:lnSpc>
                    <a:spcPct val="99600"/>
                  </a:lnSpc>
                </a:pPr>
                <a:r>
                  <a:rPr lang="en-US" altLang="ko-KR" sz="2000" dirty="0">
                    <a:solidFill>
                      <a:srgbClr val="363D62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ObjectManager.cs</a:t>
                </a:r>
              </a:p>
            </p:txBody>
          </p:sp>
          <p:pic>
            <p:nvPicPr>
              <p:cNvPr id="47" name="Picture 13"/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 rot="5400000">
                <a:off x="3500136" y="8007408"/>
                <a:ext cx="571500" cy="444500"/>
              </a:xfrm>
              <a:prstGeom prst="rect">
                <a:avLst/>
              </a:prstGeom>
            </p:spPr>
          </p:pic>
          <p:sp>
            <p:nvSpPr>
              <p:cNvPr id="48" name="TextBox 16"/>
              <p:cNvSpPr txBox="1"/>
              <p:nvPr/>
            </p:nvSpPr>
            <p:spPr>
              <a:xfrm>
                <a:off x="2093453" y="8634730"/>
                <a:ext cx="3384867" cy="298563"/>
              </a:xfrm>
              <a:prstGeom prst="rect">
                <a:avLst/>
              </a:prstGeom>
            </p:spPr>
            <p:txBody>
              <a:bodyPr lIns="0" tIns="0" rIns="0" bIns="0" rtlCol="0" anchor="ctr"/>
              <a:lstStyle/>
              <a:p>
                <a:pPr lvl="0" algn="ctr">
                  <a:lnSpc>
                    <a:spcPct val="99600"/>
                  </a:lnSpc>
                </a:pPr>
                <a:r>
                  <a:rPr lang="en-US" altLang="ko-KR" sz="2000" dirty="0">
                    <a:solidFill>
                      <a:srgbClr val="363D62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Instantiate(prefab)</a:t>
                </a:r>
              </a:p>
            </p:txBody>
          </p:sp>
        </p:grpSp>
        <p:sp>
          <p:nvSpPr>
            <p:cNvPr id="42" name="TextBox 32"/>
            <p:cNvSpPr txBox="1"/>
            <p:nvPr/>
          </p:nvSpPr>
          <p:spPr>
            <a:xfrm>
              <a:off x="1610959" y="5442734"/>
              <a:ext cx="3951641" cy="4064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lvl="0" algn="ctr">
                <a:lnSpc>
                  <a:spcPct val="99600"/>
                </a:lnSpc>
              </a:pPr>
              <a:r>
                <a:rPr lang="en-US" sz="2300" b="0" i="0" u="none" strike="noStrike" dirty="0">
                  <a:solidFill>
                    <a:srgbClr val="363D62"/>
                  </a:solidFill>
                  <a:latin typeface="Pretendard Black" panose="02000A03000000020004" pitchFamily="2" charset="-127"/>
                  <a:ea typeface="Pretendard Black" panose="02000A03000000020004" pitchFamily="2" charset="-127"/>
                  <a:cs typeface="Pretendard Black" panose="02000A03000000020004" pitchFamily="2" charset="-127"/>
                </a:rPr>
                <a:t>[ </a:t>
              </a:r>
              <a:r>
                <a:rPr lang="ko-KR" sz="2300" b="0" i="0" u="none" strike="noStrike" dirty="0">
                  <a:solidFill>
                    <a:srgbClr val="363D62"/>
                  </a:solidFill>
                  <a:latin typeface="Pretendard Black" panose="02000A03000000020004" pitchFamily="2" charset="-127"/>
                  <a:ea typeface="Pretendard Black" panose="02000A03000000020004" pitchFamily="2" charset="-127"/>
                  <a:cs typeface="Pretendard Black" panose="02000A03000000020004" pitchFamily="2" charset="-127"/>
                </a:rPr>
                <a:t>몬스터</a:t>
              </a:r>
              <a:r>
                <a:rPr lang="en-US" sz="2300" b="0" i="0" u="none" strike="noStrike" dirty="0">
                  <a:solidFill>
                    <a:srgbClr val="363D62"/>
                  </a:solidFill>
                  <a:latin typeface="Pretendard Black" panose="02000A03000000020004" pitchFamily="2" charset="-127"/>
                  <a:ea typeface="Pretendard Black" panose="02000A03000000020004" pitchFamily="2" charset="-127"/>
                  <a:cs typeface="Pretendard Black" panose="02000A03000000020004" pitchFamily="2" charset="-127"/>
                </a:rPr>
                <a:t> </a:t>
              </a:r>
              <a:r>
                <a:rPr lang="en-US" sz="2300" dirty="0" smtClean="0">
                  <a:solidFill>
                    <a:srgbClr val="363D62"/>
                  </a:solidFill>
                  <a:latin typeface="Pretendard Black" panose="02000A03000000020004" pitchFamily="2" charset="-127"/>
                  <a:ea typeface="Pretendard Black" panose="02000A03000000020004" pitchFamily="2" charset="-127"/>
                  <a:cs typeface="Pretendard Black" panose="02000A03000000020004" pitchFamily="2" charset="-127"/>
                </a:rPr>
                <a:t>Pool </a:t>
              </a:r>
              <a:r>
                <a:rPr lang="ko-KR" altLang="en-US" sz="2300" dirty="0" smtClean="0">
                  <a:solidFill>
                    <a:srgbClr val="363D62"/>
                  </a:solidFill>
                  <a:latin typeface="Pretendard Black" panose="02000A03000000020004" pitchFamily="2" charset="-127"/>
                  <a:ea typeface="Pretendard Black" panose="02000A03000000020004" pitchFamily="2" charset="-127"/>
                  <a:cs typeface="Pretendard Black" panose="02000A03000000020004" pitchFamily="2" charset="-127"/>
                </a:rPr>
                <a:t>관리 흐름도</a:t>
              </a:r>
              <a:r>
                <a:rPr lang="en-US" sz="2300" b="0" i="0" u="none" strike="noStrike" dirty="0" smtClean="0">
                  <a:solidFill>
                    <a:srgbClr val="363D62"/>
                  </a:solidFill>
                  <a:latin typeface="Pretendard Black" panose="02000A03000000020004" pitchFamily="2" charset="-127"/>
                  <a:ea typeface="Pretendard Black" panose="02000A03000000020004" pitchFamily="2" charset="-127"/>
                  <a:cs typeface="Pretendard Black" panose="02000A03000000020004" pitchFamily="2" charset="-127"/>
                </a:rPr>
                <a:t> </a:t>
              </a:r>
              <a:r>
                <a:rPr lang="en-US" sz="2300" b="0" i="0" u="none" strike="noStrike" dirty="0">
                  <a:solidFill>
                    <a:srgbClr val="363D62"/>
                  </a:solidFill>
                  <a:latin typeface="Pretendard Black" panose="02000A03000000020004" pitchFamily="2" charset="-127"/>
                  <a:ea typeface="Pretendard Black" panose="02000A03000000020004" pitchFamily="2" charset="-127"/>
                  <a:cs typeface="Pretendard Black" panose="02000A03000000020004" pitchFamily="2" charset="-127"/>
                </a:rPr>
                <a:t>]</a:t>
              </a:r>
            </a:p>
          </p:txBody>
        </p:sp>
      </p:grpSp>
      <p:sp>
        <p:nvSpPr>
          <p:cNvPr id="41" name="TextBox 12"/>
          <p:cNvSpPr txBox="1"/>
          <p:nvPr/>
        </p:nvSpPr>
        <p:spPr>
          <a:xfrm>
            <a:off x="1302049" y="1142999"/>
            <a:ext cx="6299835" cy="826135"/>
          </a:xfrm>
          <a:prstGeom prst="rect">
            <a:avLst/>
          </a:prstGeom>
        </p:spPr>
        <p:txBody>
          <a:bodyPr vert="horz" wrap="square" lIns="0" tIns="0" rIns="0" bIns="0" numCol="1" anchor="t">
            <a:noAutofit/>
          </a:bodyPr>
          <a:lstStyle/>
          <a:p>
            <a:pPr>
              <a:lnSpc>
                <a:spcPct val="99600"/>
              </a:lnSpc>
            </a:pPr>
            <a:r>
              <a:rPr lang="en-US" altLang="ko-KR" sz="4600" dirty="0">
                <a:solidFill>
                  <a:srgbClr val="363D62"/>
                </a:solidFill>
                <a:latin typeface="Pretendard Black" panose="02000A03000000020004" pitchFamily="2" charset="-127"/>
                <a:ea typeface="Pretendard Black" panose="02000A03000000020004" pitchFamily="2" charset="-127"/>
                <a:cs typeface="Pretendard Black" panose="02000A03000000020004" pitchFamily="2" charset="-127"/>
              </a:rPr>
              <a:t>Object / Pool </a:t>
            </a:r>
            <a:r>
              <a:rPr lang="ko-KR" altLang="ko-KR" sz="4600" dirty="0">
                <a:solidFill>
                  <a:srgbClr val="363D62"/>
                </a:solidFill>
                <a:latin typeface="Pretendard Black" panose="02000A03000000020004" pitchFamily="2" charset="-127"/>
                <a:ea typeface="Pretendard Black" panose="02000A03000000020004" pitchFamily="2" charset="-127"/>
                <a:cs typeface="Pretendard Black" panose="02000A03000000020004" pitchFamily="2" charset="-127"/>
              </a:rPr>
              <a:t>관리</a:t>
            </a:r>
            <a:endParaRPr lang="ko-KR" altLang="en-US" sz="4600" dirty="0">
              <a:solidFill>
                <a:srgbClr val="363D62"/>
              </a:solidFill>
              <a:latin typeface="Pretendard Black" panose="02000A03000000020004" pitchFamily="2" charset="-127"/>
              <a:ea typeface="Pretendard Black" panose="02000A03000000020004" pitchFamily="2" charset="-127"/>
              <a:cs typeface="Pretendard Black" panose="02000A03000000020004" pitchFamily="2" charset="-127"/>
            </a:endParaRPr>
          </a:p>
        </p:txBody>
      </p:sp>
      <p:sp>
        <p:nvSpPr>
          <p:cNvPr id="43" name="TextBox 13"/>
          <p:cNvSpPr txBox="1"/>
          <p:nvPr/>
        </p:nvSpPr>
        <p:spPr>
          <a:xfrm>
            <a:off x="1302049" y="1815465"/>
            <a:ext cx="6236335" cy="356235"/>
          </a:xfrm>
          <a:prstGeom prst="rect">
            <a:avLst/>
          </a:prstGeom>
        </p:spPr>
        <p:txBody>
          <a:bodyPr vert="horz" wrap="square" lIns="0" tIns="0" rIns="0" bIns="0" numCol="1" anchor="t">
            <a:noAutofit/>
          </a:bodyPr>
          <a:lstStyle/>
          <a:p>
            <a:pPr>
              <a:lnSpc>
                <a:spcPct val="99600"/>
              </a:lnSpc>
            </a:pPr>
            <a:r>
              <a:rPr lang="en-US" altLang="ko-KR" sz="2000" b="1" dirty="0">
                <a:solidFill>
                  <a:srgbClr val="363D6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PoolManager, ObjectManager </a:t>
            </a:r>
            <a:r>
              <a:rPr lang="ko-KR" altLang="ko-KR" sz="2000" b="1" dirty="0">
                <a:solidFill>
                  <a:srgbClr val="363D6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구조로</a:t>
            </a:r>
            <a:r>
              <a:rPr lang="en-US" altLang="ko-KR" sz="2000" b="1" dirty="0">
                <a:solidFill>
                  <a:srgbClr val="363D6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ko-KR" sz="2000" b="1" dirty="0">
                <a:solidFill>
                  <a:srgbClr val="363D6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성능</a:t>
            </a:r>
            <a:r>
              <a:rPr lang="en-US" altLang="ko-KR" sz="2000" b="1" dirty="0">
                <a:solidFill>
                  <a:srgbClr val="363D6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ko-KR" sz="2000" b="1" dirty="0">
                <a:solidFill>
                  <a:srgbClr val="363D6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최적화</a:t>
            </a:r>
            <a:endParaRPr lang="ko-KR" altLang="en-US" sz="2000" b="1" dirty="0">
              <a:solidFill>
                <a:srgbClr val="363D62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50" name="TextBox 3"/>
          <p:cNvSpPr txBox="1"/>
          <p:nvPr/>
        </p:nvSpPr>
        <p:spPr>
          <a:xfrm>
            <a:off x="1308100" y="215898"/>
            <a:ext cx="407035" cy="229235"/>
          </a:xfrm>
          <a:prstGeom prst="rect">
            <a:avLst/>
          </a:prstGeom>
        </p:spPr>
        <p:txBody>
          <a:bodyPr vert="horz" wrap="square" lIns="0" tIns="0" rIns="0" bIns="0" numCol="1" anchor="ctr">
            <a:noAutofit/>
          </a:bodyPr>
          <a:lstStyle/>
          <a:p>
            <a:pPr marL="0" indent="0" algn="ctr">
              <a:lnSpc>
                <a:spcPct val="99600"/>
              </a:lnSpc>
              <a:buFontTx/>
              <a:buNone/>
            </a:pPr>
            <a:r>
              <a:rPr lang="en-US" sz="2000" b="0" i="0" strike="noStrike" dirty="0" smtClean="0">
                <a:solidFill>
                  <a:srgbClr val="363D62"/>
                </a:solidFill>
                <a:latin typeface="Pretendard Black" panose="02000A03000000020004" pitchFamily="2" charset="-127"/>
                <a:ea typeface="Pretendard Black" panose="02000A03000000020004" pitchFamily="2" charset="-127"/>
                <a:cs typeface="Pretendard Black" panose="02000A03000000020004" pitchFamily="2" charset="-127"/>
              </a:rPr>
              <a:t>03</a:t>
            </a:r>
            <a:endParaRPr lang="ko-KR" altLang="en-US" sz="2000" b="0" i="0" strike="noStrike" dirty="0">
              <a:solidFill>
                <a:srgbClr val="363D62"/>
              </a:solidFill>
              <a:latin typeface="Pretendard Black" panose="02000A03000000020004" pitchFamily="2" charset="-127"/>
              <a:ea typeface="Pretendard Black" panose="02000A03000000020004" pitchFamily="2" charset="-127"/>
              <a:cs typeface="Pretendard Black" panose="02000A03000000020004" pitchFamily="2" charset="-127"/>
            </a:endParaRPr>
          </a:p>
        </p:txBody>
      </p:sp>
      <p:sp>
        <p:nvSpPr>
          <p:cNvPr id="51" name="TextBox 7"/>
          <p:cNvSpPr txBox="1">
            <a:spLocks/>
          </p:cNvSpPr>
          <p:nvPr/>
        </p:nvSpPr>
        <p:spPr>
          <a:xfrm>
            <a:off x="7426325" y="25400"/>
            <a:ext cx="3473450" cy="622300"/>
          </a:xfrm>
          <a:prstGeom prst="rect">
            <a:avLst/>
          </a:prstGeom>
        </p:spPr>
        <p:txBody>
          <a:bodyPr vert="horz" wrap="square" lIns="0" tIns="0" rIns="0" bIns="0" numCol="1" anchor="ctr">
            <a:noAutofit/>
          </a:bodyPr>
          <a:lstStyle/>
          <a:p>
            <a:pPr marL="0" indent="0" algn="ctr">
              <a:lnSpc>
                <a:spcPct val="99600"/>
              </a:lnSpc>
              <a:buFontTx/>
              <a:buNone/>
            </a:pPr>
            <a:r>
              <a:rPr lang="ko-KR" altLang="en-US" sz="3000" b="1" i="0" strike="noStrike" dirty="0" smtClean="0">
                <a:solidFill>
                  <a:srgbClr val="363D62"/>
                </a:solidFill>
                <a:latin typeface="Pretendard Black" panose="02000A03000000020004" pitchFamily="2" charset="-127"/>
                <a:ea typeface="Pretendard Black" panose="02000A03000000020004" pitchFamily="2" charset="-127"/>
                <a:cs typeface="Pretendard Black" panose="02000A03000000020004" pitchFamily="2" charset="-127"/>
              </a:rPr>
              <a:t>기능 구현</a:t>
            </a:r>
            <a:endParaRPr lang="ko-KR" altLang="en-US" sz="3000" b="1" i="0" strike="noStrike" dirty="0">
              <a:solidFill>
                <a:srgbClr val="363D62"/>
              </a:solidFill>
              <a:latin typeface="Pretendard Black" panose="02000A03000000020004" pitchFamily="2" charset="-127"/>
              <a:ea typeface="Pretendard Black" panose="02000A03000000020004" pitchFamily="2" charset="-127"/>
              <a:cs typeface="Pretendard Black" panose="02000A03000000020004" pitchFamily="2" charset="-127"/>
            </a:endParaRPr>
          </a:p>
        </p:txBody>
      </p:sp>
      <p:sp>
        <p:nvSpPr>
          <p:cNvPr id="8" name="슬라이드 번호 개체 틀 7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US" smtClean="0"/>
              <a:t>Luna ON PortFolio </a:t>
            </a:r>
            <a:fld id="{B6F15528-21DE-4FAA-801E-634DDDAF4B2B}" type="slidenum">
              <a:rPr lang="en-US" smtClean="0">
                <a:latin typeface="Pretendard Black" panose="02000A03000000020004" pitchFamily="2" charset="-127"/>
                <a:ea typeface="Pretendard Black" panose="02000A03000000020004" pitchFamily="2" charset="-127"/>
                <a:cs typeface="Pretendard Black" panose="02000A03000000020004" pitchFamily="2" charset="-127"/>
              </a:rPr>
              <a:pPr/>
              <a:t>10</a:t>
            </a:fld>
            <a:endParaRPr lang="en-US" dirty="0">
              <a:latin typeface="Pretendard Black" panose="02000A03000000020004" pitchFamily="2" charset="-127"/>
              <a:ea typeface="Pretendard Black" panose="02000A03000000020004" pitchFamily="2" charset="-127"/>
              <a:cs typeface="Pretendard Black" panose="02000A03000000020004" pitchFamily="2" charset="-127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4"/>
          <p:cNvPicPr>
            <a:picLocks noChangeAspect="1"/>
          </p:cNvPicPr>
          <p:nvPr/>
        </p:nvPicPr>
        <p:blipFill>
          <a:blip r:embed="rId2">
            <a:alphaModFix amt="50000"/>
          </a:blip>
          <a:stretch>
            <a:fillRect/>
          </a:stretch>
        </p:blipFill>
        <p:spPr>
          <a:xfrm rot="-10800000">
            <a:off x="-558800" y="647700"/>
            <a:ext cx="19443700" cy="63500"/>
          </a:xfrm>
          <a:prstGeom prst="rect">
            <a:avLst/>
          </a:prstGeom>
        </p:spPr>
      </p:pic>
      <p:grpSp>
        <p:nvGrpSpPr>
          <p:cNvPr id="26" name="그룹 25"/>
          <p:cNvGrpSpPr/>
          <p:nvPr/>
        </p:nvGrpSpPr>
        <p:grpSpPr>
          <a:xfrm>
            <a:off x="9372600" y="6326231"/>
            <a:ext cx="7620000" cy="3382917"/>
            <a:chOff x="9372600" y="6326231"/>
            <a:chExt cx="7620000" cy="3382917"/>
          </a:xfrm>
        </p:grpSpPr>
        <p:pic>
          <p:nvPicPr>
            <p:cNvPr id="7" name="Picture 7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9372600" y="6730161"/>
              <a:ext cx="7620000" cy="800100"/>
            </a:xfrm>
            <a:prstGeom prst="rect">
              <a:avLst/>
            </a:prstGeom>
          </p:spPr>
        </p:pic>
        <p:pic>
          <p:nvPicPr>
            <p:cNvPr id="8" name="Picture 8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9372600" y="7573307"/>
              <a:ext cx="7620000" cy="2135841"/>
            </a:xfrm>
            <a:prstGeom prst="rect">
              <a:avLst/>
            </a:prstGeom>
          </p:spPr>
        </p:pic>
        <p:sp>
          <p:nvSpPr>
            <p:cNvPr id="14" name="TextBox 14"/>
            <p:cNvSpPr txBox="1"/>
            <p:nvPr/>
          </p:nvSpPr>
          <p:spPr>
            <a:xfrm>
              <a:off x="9372600" y="6326231"/>
              <a:ext cx="4876800" cy="558800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lvl="0" algn="l">
                <a:lnSpc>
                  <a:spcPct val="99600"/>
                </a:lnSpc>
              </a:pPr>
              <a:r>
                <a:rPr lang="en-US" sz="2400" b="1" i="0" u="none" strike="noStrike" dirty="0">
                  <a:solidFill>
                    <a:srgbClr val="363D62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&lt;ObjectManager.cs&gt;</a:t>
              </a:r>
            </a:p>
          </p:txBody>
        </p:sp>
      </p:grpSp>
      <p:grpSp>
        <p:nvGrpSpPr>
          <p:cNvPr id="27" name="그룹 26"/>
          <p:cNvGrpSpPr/>
          <p:nvPr/>
        </p:nvGrpSpPr>
        <p:grpSpPr>
          <a:xfrm>
            <a:off x="1302048" y="2352025"/>
            <a:ext cx="7683202" cy="7357124"/>
            <a:chOff x="1302048" y="2352025"/>
            <a:chExt cx="7683202" cy="7357124"/>
          </a:xfrm>
        </p:grpSpPr>
        <p:pic>
          <p:nvPicPr>
            <p:cNvPr id="6" name="Picture 6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302048" y="2844166"/>
              <a:ext cx="7683202" cy="6864983"/>
            </a:xfrm>
            <a:prstGeom prst="rect">
              <a:avLst/>
            </a:prstGeom>
          </p:spPr>
        </p:pic>
        <p:sp>
          <p:nvSpPr>
            <p:cNvPr id="16" name="TextBox 16"/>
            <p:cNvSpPr txBox="1"/>
            <p:nvPr/>
          </p:nvSpPr>
          <p:spPr>
            <a:xfrm>
              <a:off x="1308100" y="2352025"/>
              <a:ext cx="4877435" cy="559435"/>
            </a:xfrm>
            <a:prstGeom prst="rect">
              <a:avLst/>
            </a:prstGeom>
          </p:spPr>
          <p:txBody>
            <a:bodyPr vert="horz" wrap="square" lIns="0" tIns="0" rIns="0" bIns="0" numCol="1" anchor="ctr">
              <a:noAutofit/>
            </a:bodyPr>
            <a:lstStyle/>
            <a:p>
              <a:pPr marL="0" indent="0" algn="l">
                <a:lnSpc>
                  <a:spcPct val="99600"/>
                </a:lnSpc>
                <a:buFontTx/>
                <a:buNone/>
              </a:pPr>
              <a:r>
                <a:rPr lang="en-US" sz="2400" b="1" i="0" strike="noStrike" dirty="0">
                  <a:solidFill>
                    <a:srgbClr val="363D62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&lt;PoolManager.cs&gt;</a:t>
              </a:r>
              <a:endParaRPr lang="ko-KR" altLang="en-US" sz="2400" b="1" i="0" strike="noStrike" dirty="0">
                <a:solidFill>
                  <a:srgbClr val="363D6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endParaRPr>
            </a:p>
          </p:txBody>
        </p:sp>
      </p:grpSp>
      <p:sp>
        <p:nvSpPr>
          <p:cNvPr id="22" name="TextBox 12"/>
          <p:cNvSpPr txBox="1"/>
          <p:nvPr/>
        </p:nvSpPr>
        <p:spPr>
          <a:xfrm>
            <a:off x="1302049" y="1142999"/>
            <a:ext cx="6299835" cy="826135"/>
          </a:xfrm>
          <a:prstGeom prst="rect">
            <a:avLst/>
          </a:prstGeom>
        </p:spPr>
        <p:txBody>
          <a:bodyPr vert="horz" wrap="square" lIns="0" tIns="0" rIns="0" bIns="0" numCol="1" anchor="t">
            <a:noAutofit/>
          </a:bodyPr>
          <a:lstStyle/>
          <a:p>
            <a:pPr>
              <a:lnSpc>
                <a:spcPct val="99600"/>
              </a:lnSpc>
            </a:pPr>
            <a:r>
              <a:rPr lang="en-US" altLang="ko-KR" sz="4600" dirty="0">
                <a:solidFill>
                  <a:srgbClr val="363D62"/>
                </a:solidFill>
                <a:latin typeface="Pretendard Black" panose="02000A03000000020004" pitchFamily="2" charset="-127"/>
                <a:ea typeface="Pretendard Black" panose="02000A03000000020004" pitchFamily="2" charset="-127"/>
                <a:cs typeface="Pretendard Black" panose="02000A03000000020004" pitchFamily="2" charset="-127"/>
              </a:rPr>
              <a:t>Object / Pool </a:t>
            </a:r>
            <a:r>
              <a:rPr lang="ko-KR" altLang="ko-KR" sz="4600" dirty="0">
                <a:solidFill>
                  <a:srgbClr val="363D62"/>
                </a:solidFill>
                <a:latin typeface="Pretendard Black" panose="02000A03000000020004" pitchFamily="2" charset="-127"/>
                <a:ea typeface="Pretendard Black" panose="02000A03000000020004" pitchFamily="2" charset="-127"/>
                <a:cs typeface="Pretendard Black" panose="02000A03000000020004" pitchFamily="2" charset="-127"/>
              </a:rPr>
              <a:t>관리</a:t>
            </a:r>
            <a:endParaRPr lang="ko-KR" altLang="en-US" sz="4600" dirty="0">
              <a:solidFill>
                <a:srgbClr val="363D62"/>
              </a:solidFill>
              <a:latin typeface="Pretendard Black" panose="02000A03000000020004" pitchFamily="2" charset="-127"/>
              <a:ea typeface="Pretendard Black" panose="02000A03000000020004" pitchFamily="2" charset="-127"/>
              <a:cs typeface="Pretendard Black" panose="02000A03000000020004" pitchFamily="2" charset="-127"/>
            </a:endParaRPr>
          </a:p>
        </p:txBody>
      </p:sp>
      <p:sp>
        <p:nvSpPr>
          <p:cNvPr id="23" name="TextBox 13"/>
          <p:cNvSpPr txBox="1"/>
          <p:nvPr/>
        </p:nvSpPr>
        <p:spPr>
          <a:xfrm>
            <a:off x="1302049" y="1815465"/>
            <a:ext cx="6236335" cy="356235"/>
          </a:xfrm>
          <a:prstGeom prst="rect">
            <a:avLst/>
          </a:prstGeom>
        </p:spPr>
        <p:txBody>
          <a:bodyPr vert="horz" wrap="square" lIns="0" tIns="0" rIns="0" bIns="0" numCol="1" anchor="t">
            <a:noAutofit/>
          </a:bodyPr>
          <a:lstStyle/>
          <a:p>
            <a:pPr>
              <a:lnSpc>
                <a:spcPct val="99600"/>
              </a:lnSpc>
            </a:pPr>
            <a:r>
              <a:rPr lang="en-US" altLang="ko-KR" sz="2000" b="1" dirty="0">
                <a:solidFill>
                  <a:srgbClr val="363D6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PoolManager, ObjectManager </a:t>
            </a:r>
            <a:r>
              <a:rPr lang="ko-KR" altLang="ko-KR" sz="2000" b="1" dirty="0">
                <a:solidFill>
                  <a:srgbClr val="363D6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구조로</a:t>
            </a:r>
            <a:r>
              <a:rPr lang="en-US" altLang="ko-KR" sz="2000" b="1" dirty="0">
                <a:solidFill>
                  <a:srgbClr val="363D6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ko-KR" sz="2000" b="1" dirty="0">
                <a:solidFill>
                  <a:srgbClr val="363D6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성능</a:t>
            </a:r>
            <a:r>
              <a:rPr lang="en-US" altLang="ko-KR" sz="2000" b="1" dirty="0">
                <a:solidFill>
                  <a:srgbClr val="363D6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ko-KR" sz="2000" b="1" dirty="0">
                <a:solidFill>
                  <a:srgbClr val="363D6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최적화</a:t>
            </a:r>
            <a:endParaRPr lang="ko-KR" altLang="en-US" sz="2000" b="1" dirty="0">
              <a:solidFill>
                <a:srgbClr val="363D62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grpSp>
        <p:nvGrpSpPr>
          <p:cNvPr id="25" name="그룹 24"/>
          <p:cNvGrpSpPr/>
          <p:nvPr/>
        </p:nvGrpSpPr>
        <p:grpSpPr>
          <a:xfrm>
            <a:off x="9372599" y="2445066"/>
            <a:ext cx="7620000" cy="3612834"/>
            <a:chOff x="9372599" y="2445066"/>
            <a:chExt cx="7620000" cy="3612834"/>
          </a:xfrm>
        </p:grpSpPr>
        <p:sp>
          <p:nvSpPr>
            <p:cNvPr id="15" name="TextBox 15"/>
            <p:cNvSpPr txBox="1"/>
            <p:nvPr/>
          </p:nvSpPr>
          <p:spPr>
            <a:xfrm>
              <a:off x="9377082" y="2445066"/>
              <a:ext cx="4876800" cy="558800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lvl="0" algn="l">
                <a:lnSpc>
                  <a:spcPct val="99600"/>
                </a:lnSpc>
              </a:pPr>
              <a:r>
                <a:rPr lang="en-US" sz="2400" b="1" i="0" u="none" strike="noStrike" dirty="0">
                  <a:solidFill>
                    <a:srgbClr val="363D62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&lt;SpawningPool.cs&gt;</a:t>
              </a:r>
            </a:p>
          </p:txBody>
        </p:sp>
        <p:grpSp>
          <p:nvGrpSpPr>
            <p:cNvPr id="24" name="그룹 23"/>
            <p:cNvGrpSpPr/>
            <p:nvPr/>
          </p:nvGrpSpPr>
          <p:grpSpPr>
            <a:xfrm>
              <a:off x="9372599" y="2844166"/>
              <a:ext cx="7620000" cy="3213734"/>
              <a:chOff x="9380900" y="2844166"/>
              <a:chExt cx="6836076" cy="2856716"/>
            </a:xfrm>
          </p:grpSpPr>
          <p:pic>
            <p:nvPicPr>
              <p:cNvPr id="10" name="그림 9"/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9380900" y="3671774"/>
                <a:ext cx="6836076" cy="2029108"/>
              </a:xfrm>
              <a:prstGeom prst="rect">
                <a:avLst/>
              </a:prstGeom>
            </p:spPr>
          </p:pic>
          <p:pic>
            <p:nvPicPr>
              <p:cNvPr id="11" name="그림 10"/>
              <p:cNvPicPr>
                <a:picLocks noChangeAspect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9380900" y="2844166"/>
                <a:ext cx="6836076" cy="781159"/>
              </a:xfrm>
              <a:prstGeom prst="rect">
                <a:avLst/>
              </a:prstGeom>
            </p:spPr>
          </p:pic>
        </p:grpSp>
      </p:grpSp>
      <p:sp>
        <p:nvSpPr>
          <p:cNvPr id="28" name="TextBox 3"/>
          <p:cNvSpPr txBox="1"/>
          <p:nvPr/>
        </p:nvSpPr>
        <p:spPr>
          <a:xfrm>
            <a:off x="1308100" y="215898"/>
            <a:ext cx="407035" cy="229235"/>
          </a:xfrm>
          <a:prstGeom prst="rect">
            <a:avLst/>
          </a:prstGeom>
        </p:spPr>
        <p:txBody>
          <a:bodyPr vert="horz" wrap="square" lIns="0" tIns="0" rIns="0" bIns="0" numCol="1" anchor="ctr">
            <a:noAutofit/>
          </a:bodyPr>
          <a:lstStyle/>
          <a:p>
            <a:pPr marL="0" indent="0" algn="ctr">
              <a:lnSpc>
                <a:spcPct val="99600"/>
              </a:lnSpc>
              <a:buFontTx/>
              <a:buNone/>
            </a:pPr>
            <a:r>
              <a:rPr lang="en-US" sz="2000" b="0" i="0" strike="noStrike" dirty="0" smtClean="0">
                <a:solidFill>
                  <a:srgbClr val="363D62"/>
                </a:solidFill>
                <a:latin typeface="Pretendard Black" panose="02000A03000000020004" pitchFamily="2" charset="-127"/>
                <a:ea typeface="Pretendard Black" panose="02000A03000000020004" pitchFamily="2" charset="-127"/>
                <a:cs typeface="Pretendard Black" panose="02000A03000000020004" pitchFamily="2" charset="-127"/>
              </a:rPr>
              <a:t>03</a:t>
            </a:r>
            <a:endParaRPr lang="ko-KR" altLang="en-US" sz="2000" b="0" i="0" strike="noStrike" dirty="0">
              <a:solidFill>
                <a:srgbClr val="363D62"/>
              </a:solidFill>
              <a:latin typeface="Pretendard Black" panose="02000A03000000020004" pitchFamily="2" charset="-127"/>
              <a:ea typeface="Pretendard Black" panose="02000A03000000020004" pitchFamily="2" charset="-127"/>
              <a:cs typeface="Pretendard Black" panose="02000A03000000020004" pitchFamily="2" charset="-127"/>
            </a:endParaRPr>
          </a:p>
        </p:txBody>
      </p:sp>
      <p:sp>
        <p:nvSpPr>
          <p:cNvPr id="29" name="TextBox 7"/>
          <p:cNvSpPr txBox="1">
            <a:spLocks/>
          </p:cNvSpPr>
          <p:nvPr/>
        </p:nvSpPr>
        <p:spPr>
          <a:xfrm>
            <a:off x="7426325" y="25400"/>
            <a:ext cx="3473450" cy="622300"/>
          </a:xfrm>
          <a:prstGeom prst="rect">
            <a:avLst/>
          </a:prstGeom>
        </p:spPr>
        <p:txBody>
          <a:bodyPr vert="horz" wrap="square" lIns="0" tIns="0" rIns="0" bIns="0" numCol="1" anchor="ctr">
            <a:noAutofit/>
          </a:bodyPr>
          <a:lstStyle/>
          <a:p>
            <a:pPr marL="0" indent="0" algn="ctr">
              <a:lnSpc>
                <a:spcPct val="99600"/>
              </a:lnSpc>
              <a:buFontTx/>
              <a:buNone/>
            </a:pPr>
            <a:r>
              <a:rPr lang="ko-KR" altLang="en-US" sz="3000" b="1" i="0" strike="noStrike" dirty="0" smtClean="0">
                <a:solidFill>
                  <a:srgbClr val="363D62"/>
                </a:solidFill>
                <a:latin typeface="Pretendard Black" panose="02000A03000000020004" pitchFamily="2" charset="-127"/>
                <a:ea typeface="Pretendard Black" panose="02000A03000000020004" pitchFamily="2" charset="-127"/>
                <a:cs typeface="Pretendard Black" panose="02000A03000000020004" pitchFamily="2" charset="-127"/>
              </a:rPr>
              <a:t>기능 구현</a:t>
            </a:r>
            <a:endParaRPr lang="ko-KR" altLang="en-US" sz="3000" b="1" i="0" strike="noStrike" dirty="0">
              <a:solidFill>
                <a:srgbClr val="363D62"/>
              </a:solidFill>
              <a:latin typeface="Pretendard Black" panose="02000A03000000020004" pitchFamily="2" charset="-127"/>
              <a:ea typeface="Pretendard Black" panose="02000A03000000020004" pitchFamily="2" charset="-127"/>
              <a:cs typeface="Pretendard Black" panose="02000A03000000020004" pitchFamily="2" charset="-127"/>
            </a:endParaRPr>
          </a:p>
        </p:txBody>
      </p:sp>
      <p:sp>
        <p:nvSpPr>
          <p:cNvPr id="30" name="슬라이드 번호 개체 틀 29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US" smtClean="0"/>
              <a:t>Luna ON PortFolio </a:t>
            </a:r>
            <a:fld id="{B6F15528-21DE-4FAA-801E-634DDDAF4B2B}" type="slidenum">
              <a:rPr lang="en-US" smtClean="0">
                <a:latin typeface="Pretendard Black" panose="02000A03000000020004" pitchFamily="2" charset="-127"/>
                <a:ea typeface="Pretendard Black" panose="02000A03000000020004" pitchFamily="2" charset="-127"/>
                <a:cs typeface="Pretendard Black" panose="02000A03000000020004" pitchFamily="2" charset="-127"/>
              </a:rPr>
              <a:pPr/>
              <a:t>11</a:t>
            </a:fld>
            <a:endParaRPr lang="en-US" dirty="0">
              <a:latin typeface="Pretendard Black" panose="02000A03000000020004" pitchFamily="2" charset="-127"/>
              <a:ea typeface="Pretendard Black" panose="02000A03000000020004" pitchFamily="2" charset="-127"/>
              <a:cs typeface="Pretendard Black" panose="02000A03000000020004" pitchFamily="2" charset="-127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4"/>
          <p:cNvPicPr>
            <a:picLocks noChangeAspect="1"/>
          </p:cNvPicPr>
          <p:nvPr/>
        </p:nvPicPr>
        <p:blipFill>
          <a:blip r:embed="rId2">
            <a:alphaModFix amt="50000"/>
          </a:blip>
          <a:stretch>
            <a:fillRect/>
          </a:stretch>
        </p:blipFill>
        <p:spPr>
          <a:xfrm rot="-10800000">
            <a:off x="-558800" y="647700"/>
            <a:ext cx="19443700" cy="635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02049" y="2223155"/>
            <a:ext cx="4215745" cy="2348772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02049" y="4813300"/>
            <a:ext cx="4215745" cy="2336727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14094" y="7391400"/>
            <a:ext cx="4203700" cy="2348772"/>
          </a:xfrm>
          <a:prstGeom prst="rect">
            <a:avLst/>
          </a:prstGeom>
        </p:spPr>
      </p:pic>
      <p:sp>
        <p:nvSpPr>
          <p:cNvPr id="15" name="TextBox 15"/>
          <p:cNvSpPr txBox="1"/>
          <p:nvPr/>
        </p:nvSpPr>
        <p:spPr>
          <a:xfrm>
            <a:off x="11353800" y="1774535"/>
            <a:ext cx="5660577" cy="505633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marL="342900" lvl="0" indent="-342900" algn="l">
              <a:lnSpc>
                <a:spcPct val="99600"/>
              </a:lnSpc>
              <a:buFont typeface="Arial" panose="020B0604020202020204" pitchFamily="34" charset="0"/>
              <a:buChar char="•"/>
            </a:pPr>
            <a:r>
              <a:rPr lang="ko-KR" sz="2300" b="1" i="0" u="none" strike="noStrike" dirty="0">
                <a:solidFill>
                  <a:srgbClr val="363D6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플레이어가</a:t>
            </a:r>
            <a:r>
              <a:rPr lang="en-US" sz="2300" b="1" i="0" u="none" strike="noStrike" dirty="0">
                <a:solidFill>
                  <a:srgbClr val="363D6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NPC </a:t>
            </a:r>
            <a:r>
              <a:rPr lang="ko-KR" sz="2300" b="1" i="0" u="none" strike="noStrike" dirty="0">
                <a:solidFill>
                  <a:srgbClr val="363D6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근처에</a:t>
            </a:r>
            <a:r>
              <a:rPr lang="en-US" sz="2300" b="1" i="0" u="none" strike="noStrike" dirty="0">
                <a:solidFill>
                  <a:srgbClr val="363D6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sz="2300" b="1" i="0" u="none" strike="noStrike" dirty="0">
                <a:solidFill>
                  <a:srgbClr val="363D6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접근하면</a:t>
            </a:r>
            <a:r>
              <a:rPr lang="en-US" sz="2300" b="1" i="0" u="none" strike="noStrike" dirty="0">
                <a:solidFill>
                  <a:srgbClr val="363D6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NPCDistance</a:t>
            </a:r>
            <a:r>
              <a:rPr lang="ko-KR" sz="2300" b="1" i="0" u="none" strike="noStrike" dirty="0">
                <a:solidFill>
                  <a:srgbClr val="363D6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에서</a:t>
            </a:r>
            <a:r>
              <a:rPr lang="en-US" sz="2300" b="1" i="0" u="none" strike="noStrike" dirty="0">
                <a:solidFill>
                  <a:srgbClr val="363D6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sz="2300" b="1" i="0" u="none" strike="noStrike" dirty="0">
                <a:solidFill>
                  <a:srgbClr val="363D6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감지하여</a:t>
            </a:r>
            <a:r>
              <a:rPr lang="en-US" sz="2300" b="1" i="0" u="none" strike="noStrike" dirty="0">
                <a:solidFill>
                  <a:srgbClr val="363D6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sz="2300" b="1" i="0" u="none" strike="noStrike" dirty="0" smtClean="0">
                <a:solidFill>
                  <a:srgbClr val="363D6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대화</a:t>
            </a:r>
            <a:r>
              <a:rPr lang="en-US" altLang="ko-KR" sz="2300" b="1" dirty="0">
                <a:solidFill>
                  <a:srgbClr val="363D6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/>
            </a:r>
            <a:br>
              <a:rPr lang="en-US" altLang="ko-KR" sz="2300" b="1" dirty="0">
                <a:solidFill>
                  <a:srgbClr val="363D6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</a:br>
            <a:r>
              <a:rPr lang="en-US" sz="2300" b="1" i="0" u="none" strike="noStrike" dirty="0" smtClean="0">
                <a:solidFill>
                  <a:srgbClr val="363D6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UI</a:t>
            </a:r>
            <a:r>
              <a:rPr lang="ko-KR" sz="2300" b="1" i="0" u="none" strike="noStrike" dirty="0">
                <a:solidFill>
                  <a:srgbClr val="363D6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의</a:t>
            </a:r>
            <a:r>
              <a:rPr lang="en-US" sz="2300" b="1" i="0" u="none" strike="noStrike" dirty="0">
                <a:solidFill>
                  <a:srgbClr val="363D6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sz="2300" b="1" i="0" u="none" strike="noStrike" dirty="0">
                <a:solidFill>
                  <a:srgbClr val="363D6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활성화가</a:t>
            </a:r>
            <a:r>
              <a:rPr lang="en-US" sz="2300" b="1" i="0" u="none" strike="noStrike" dirty="0">
                <a:solidFill>
                  <a:srgbClr val="363D6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sz="2300" b="1" i="0" u="none" strike="noStrike" dirty="0">
                <a:solidFill>
                  <a:srgbClr val="363D6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가능해집니다</a:t>
            </a:r>
            <a:r>
              <a:rPr lang="en-US" sz="2300" b="1" i="0" u="none" strike="noStrike" dirty="0">
                <a:solidFill>
                  <a:srgbClr val="363D6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. </a:t>
            </a:r>
          </a:p>
          <a:p>
            <a:pPr marL="342900" lvl="0" indent="-342900" algn="l">
              <a:lnSpc>
                <a:spcPct val="99600"/>
              </a:lnSpc>
              <a:buFont typeface="Arial" panose="020B0604020202020204" pitchFamily="34" charset="0"/>
              <a:buChar char="•"/>
            </a:pPr>
            <a:endParaRPr lang="en-US" sz="2300" b="1" i="0" u="none" strike="noStrike" dirty="0">
              <a:solidFill>
                <a:srgbClr val="363D62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marL="342900" lvl="0" indent="-342900" algn="l">
              <a:lnSpc>
                <a:spcPct val="99600"/>
              </a:lnSpc>
              <a:buFont typeface="Arial" panose="020B0604020202020204" pitchFamily="34" charset="0"/>
              <a:buChar char="•"/>
            </a:pPr>
            <a:r>
              <a:rPr lang="ko-KR" sz="2300" b="1" i="0" u="none" strike="noStrike" dirty="0">
                <a:solidFill>
                  <a:srgbClr val="363D6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대화는</a:t>
            </a:r>
            <a:r>
              <a:rPr lang="en-US" sz="2300" b="1" i="0" u="none" strike="noStrike" dirty="0">
                <a:solidFill>
                  <a:srgbClr val="363D6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TalkManager</a:t>
            </a:r>
            <a:r>
              <a:rPr lang="ko-KR" sz="2300" b="1" i="0" u="none" strike="noStrike" dirty="0">
                <a:solidFill>
                  <a:srgbClr val="363D6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에서</a:t>
            </a:r>
            <a:r>
              <a:rPr lang="en-US" sz="2300" b="1" i="0" u="none" strike="noStrike" dirty="0">
                <a:solidFill>
                  <a:srgbClr val="363D6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sz="2300" b="1" i="0" u="none" strike="noStrike" dirty="0">
                <a:solidFill>
                  <a:srgbClr val="363D6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키</a:t>
            </a:r>
            <a:r>
              <a:rPr lang="en-US" sz="2300" b="1" i="0" u="none" strike="noStrike" dirty="0">
                <a:solidFill>
                  <a:srgbClr val="363D6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sz="2300" b="1" i="0" u="none" strike="noStrike" dirty="0" smtClean="0">
                <a:solidFill>
                  <a:srgbClr val="363D6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기반으로</a:t>
            </a:r>
            <a:r>
              <a:rPr lang="en-US" altLang="ko-KR" sz="2300" b="1" dirty="0">
                <a:solidFill>
                  <a:srgbClr val="363D6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/>
            </a:r>
            <a:br>
              <a:rPr lang="en-US" altLang="ko-KR" sz="2300" b="1" dirty="0">
                <a:solidFill>
                  <a:srgbClr val="363D6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</a:br>
            <a:r>
              <a:rPr lang="ko-KR" sz="2300" b="1" i="0" u="none" strike="noStrike" dirty="0" smtClean="0">
                <a:solidFill>
                  <a:srgbClr val="363D6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분기되며</a:t>
            </a:r>
            <a:r>
              <a:rPr lang="en-US" sz="2300" b="1" i="0" u="none" strike="noStrike" dirty="0">
                <a:solidFill>
                  <a:srgbClr val="363D6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, </a:t>
            </a:r>
            <a:r>
              <a:rPr lang="ko-KR" sz="2300" b="1" i="0" u="none" strike="noStrike" dirty="0">
                <a:solidFill>
                  <a:srgbClr val="363D6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퀘스트</a:t>
            </a:r>
            <a:r>
              <a:rPr lang="en-US" sz="2300" b="1" i="0" u="none" strike="noStrike" dirty="0">
                <a:solidFill>
                  <a:srgbClr val="363D6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sz="2300" b="1" i="0" u="none" strike="noStrike" dirty="0">
                <a:solidFill>
                  <a:srgbClr val="363D6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수락</a:t>
            </a:r>
            <a:r>
              <a:rPr lang="en-US" sz="2300" b="1" i="0" u="none" strike="noStrike" dirty="0">
                <a:solidFill>
                  <a:srgbClr val="363D6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sz="2300" b="1" i="0" u="none" strike="noStrike" dirty="0">
                <a:solidFill>
                  <a:srgbClr val="363D6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여부에</a:t>
            </a:r>
            <a:r>
              <a:rPr lang="en-US" sz="2300" b="1" i="0" u="none" strike="noStrike" dirty="0">
                <a:solidFill>
                  <a:srgbClr val="363D6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sz="2300" b="1" i="0" u="none" strike="noStrike" dirty="0">
                <a:solidFill>
                  <a:srgbClr val="363D6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따라</a:t>
            </a:r>
            <a:r>
              <a:rPr lang="en-US" sz="2300" b="1" i="0" u="none" strike="noStrike" dirty="0">
                <a:solidFill>
                  <a:srgbClr val="363D6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QuestManager</a:t>
            </a:r>
            <a:r>
              <a:rPr lang="ko-KR" sz="2300" b="1" i="0" u="none" strike="noStrike" dirty="0">
                <a:solidFill>
                  <a:srgbClr val="363D6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가</a:t>
            </a:r>
            <a:r>
              <a:rPr lang="en-US" sz="2300" b="1" i="0" u="none" strike="noStrike" dirty="0">
                <a:solidFill>
                  <a:srgbClr val="363D6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sz="2300" b="1" i="0" u="none" strike="noStrike" dirty="0">
                <a:solidFill>
                  <a:srgbClr val="363D6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처리합니다</a:t>
            </a:r>
            <a:r>
              <a:rPr lang="en-US" sz="2300" b="1" i="0" u="none" strike="noStrike" dirty="0">
                <a:solidFill>
                  <a:srgbClr val="363D6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. </a:t>
            </a:r>
            <a:endParaRPr lang="en-US" sz="2300" b="1" i="0" u="none" strike="noStrike" dirty="0" smtClean="0">
              <a:solidFill>
                <a:srgbClr val="363D62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marL="342900" lvl="0" indent="-342900" algn="l">
              <a:lnSpc>
                <a:spcPct val="99600"/>
              </a:lnSpc>
              <a:buFont typeface="Arial" panose="020B0604020202020204" pitchFamily="34" charset="0"/>
              <a:buChar char="•"/>
            </a:pPr>
            <a:endParaRPr lang="en-US" sz="2300" b="1" i="0" u="none" strike="noStrike" dirty="0">
              <a:solidFill>
                <a:srgbClr val="363D62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marL="342900" lvl="0" indent="-342900" algn="l">
              <a:lnSpc>
                <a:spcPct val="99600"/>
              </a:lnSpc>
              <a:buFont typeface="Arial" panose="020B0604020202020204" pitchFamily="34" charset="0"/>
              <a:buChar char="•"/>
            </a:pPr>
            <a:r>
              <a:rPr lang="ko-KR" sz="2300" b="1" i="0" u="none" strike="noStrike" dirty="0">
                <a:solidFill>
                  <a:srgbClr val="363D6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수락된</a:t>
            </a:r>
            <a:r>
              <a:rPr lang="en-US" sz="2300" b="1" i="0" u="none" strike="noStrike" dirty="0">
                <a:solidFill>
                  <a:srgbClr val="363D6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sz="2300" b="1" i="0" u="none" strike="noStrike" dirty="0">
                <a:solidFill>
                  <a:srgbClr val="363D6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퀘스트는</a:t>
            </a:r>
            <a:r>
              <a:rPr lang="en-US" sz="2300" b="1" i="0" u="none" strike="noStrike" dirty="0">
                <a:solidFill>
                  <a:srgbClr val="363D6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UI_Quest</a:t>
            </a:r>
            <a:r>
              <a:rPr lang="ko-KR" sz="2300" b="1" i="0" u="none" strike="noStrike" dirty="0">
                <a:solidFill>
                  <a:srgbClr val="363D6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에서</a:t>
            </a:r>
            <a:r>
              <a:rPr lang="en-US" sz="2300" b="1" i="0" u="none" strike="noStrike" dirty="0">
                <a:solidFill>
                  <a:srgbClr val="363D6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sz="2300" b="1" i="0" u="none" strike="noStrike" dirty="0" smtClean="0">
                <a:solidFill>
                  <a:srgbClr val="363D6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팝업</a:t>
            </a:r>
            <a:r>
              <a:rPr lang="en-US" altLang="ko-KR" sz="2300" b="1" dirty="0">
                <a:solidFill>
                  <a:srgbClr val="363D6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/>
            </a:r>
            <a:br>
              <a:rPr lang="en-US" altLang="ko-KR" sz="2300" b="1" dirty="0">
                <a:solidFill>
                  <a:srgbClr val="363D6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</a:br>
            <a:r>
              <a:rPr lang="ko-KR" sz="2300" b="1" i="0" u="none" strike="noStrike" dirty="0" smtClean="0">
                <a:solidFill>
                  <a:srgbClr val="363D6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형태로</a:t>
            </a:r>
            <a:r>
              <a:rPr lang="en-US" sz="2300" b="1" i="0" u="none" strike="noStrike" dirty="0" smtClean="0">
                <a:solidFill>
                  <a:srgbClr val="363D6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sz="2300" b="1" i="0" u="none" strike="noStrike" dirty="0">
                <a:solidFill>
                  <a:srgbClr val="363D6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표시됩니다</a:t>
            </a:r>
            <a:r>
              <a:rPr lang="en-US" sz="2300" b="1" i="0" u="none" strike="noStrike" dirty="0">
                <a:solidFill>
                  <a:srgbClr val="363D6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.</a:t>
            </a:r>
          </a:p>
          <a:p>
            <a:pPr marL="342900" lvl="0" indent="-342900" algn="l">
              <a:lnSpc>
                <a:spcPct val="99600"/>
              </a:lnSpc>
              <a:buFont typeface="Arial" panose="020B0604020202020204" pitchFamily="34" charset="0"/>
              <a:buChar char="•"/>
            </a:pPr>
            <a:endParaRPr lang="en-US" sz="2300" b="1" i="0" u="none" strike="noStrike" dirty="0">
              <a:solidFill>
                <a:srgbClr val="363D62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marL="342900" lvl="0" indent="-342900" algn="l">
              <a:lnSpc>
                <a:spcPct val="99600"/>
              </a:lnSpc>
              <a:buFont typeface="Arial" panose="020B0604020202020204" pitchFamily="34" charset="0"/>
              <a:buChar char="•"/>
            </a:pPr>
            <a:r>
              <a:rPr lang="en-US" sz="2300" b="1" i="0" u="none" strike="noStrike" dirty="0">
                <a:solidFill>
                  <a:srgbClr val="363D6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UI_Quest</a:t>
            </a:r>
            <a:r>
              <a:rPr lang="ko-KR" sz="2300" b="1" i="0" u="none" strike="noStrike" dirty="0">
                <a:solidFill>
                  <a:srgbClr val="363D6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는</a:t>
            </a:r>
            <a:r>
              <a:rPr lang="en-US" sz="2300" b="1" i="0" u="none" strike="noStrike" dirty="0">
                <a:solidFill>
                  <a:srgbClr val="363D6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OnQuestUpdate </a:t>
            </a:r>
            <a:r>
              <a:rPr lang="ko-KR" sz="2300" b="1" i="0" u="none" strike="noStrike" dirty="0" smtClean="0">
                <a:solidFill>
                  <a:srgbClr val="363D6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이벤트를</a:t>
            </a:r>
            <a:r>
              <a:rPr lang="en-US" altLang="ko-KR" sz="2300" b="1" dirty="0">
                <a:solidFill>
                  <a:srgbClr val="363D6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/>
            </a:r>
            <a:br>
              <a:rPr lang="en-US" altLang="ko-KR" sz="2300" b="1" dirty="0">
                <a:solidFill>
                  <a:srgbClr val="363D6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</a:br>
            <a:r>
              <a:rPr lang="ko-KR" sz="2300" b="1" i="0" u="none" strike="noStrike" dirty="0" smtClean="0">
                <a:solidFill>
                  <a:srgbClr val="363D6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통해</a:t>
            </a:r>
            <a:r>
              <a:rPr lang="en-US" sz="2300" b="1" i="0" u="none" strike="noStrike" dirty="0" smtClean="0">
                <a:solidFill>
                  <a:srgbClr val="363D6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sz="2300" b="1" i="0" u="none" strike="noStrike" dirty="0" err="1">
                <a:solidFill>
                  <a:srgbClr val="363D6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실시칸</a:t>
            </a:r>
            <a:r>
              <a:rPr lang="en-US" sz="2300" b="1" i="0" u="none" strike="noStrike" dirty="0">
                <a:solidFill>
                  <a:srgbClr val="363D6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sz="2300" b="1" i="0" u="none" strike="noStrike" dirty="0">
                <a:solidFill>
                  <a:srgbClr val="363D6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퀘스트</a:t>
            </a:r>
            <a:r>
              <a:rPr lang="en-US" sz="2300" b="1" i="0" u="none" strike="noStrike" dirty="0">
                <a:solidFill>
                  <a:srgbClr val="363D6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sz="2300" b="1" i="0" u="none" strike="noStrike" dirty="0">
                <a:solidFill>
                  <a:srgbClr val="363D6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정보를</a:t>
            </a:r>
            <a:r>
              <a:rPr lang="en-US" sz="2300" b="1" i="0" u="none" strike="noStrike" dirty="0">
                <a:solidFill>
                  <a:srgbClr val="363D6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sz="2300" b="1" i="0" u="none" strike="noStrike" dirty="0">
                <a:solidFill>
                  <a:srgbClr val="363D6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표시하며</a:t>
            </a:r>
            <a:r>
              <a:rPr lang="en-US" sz="2300" b="1" i="0" u="none" strike="noStrike" dirty="0" smtClean="0">
                <a:solidFill>
                  <a:srgbClr val="363D6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,</a:t>
            </a:r>
            <a:br>
              <a:rPr lang="en-US" sz="2300" b="1" i="0" u="none" strike="noStrike" dirty="0" smtClean="0">
                <a:solidFill>
                  <a:srgbClr val="363D6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</a:br>
            <a:r>
              <a:rPr lang="ko-KR" sz="2300" b="1" i="0" u="none" strike="noStrike" dirty="0" err="1" smtClean="0">
                <a:solidFill>
                  <a:srgbClr val="363D6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진행도에</a:t>
            </a:r>
            <a:r>
              <a:rPr lang="en-US" sz="2300" b="1" i="0" u="none" strike="noStrike" dirty="0" smtClean="0">
                <a:solidFill>
                  <a:srgbClr val="363D6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sz="2300" b="1" i="0" u="none" strike="noStrike" dirty="0">
                <a:solidFill>
                  <a:srgbClr val="363D6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따라</a:t>
            </a:r>
            <a:r>
              <a:rPr lang="en-US" sz="2300" b="1" i="0" u="none" strike="noStrike" dirty="0">
                <a:solidFill>
                  <a:srgbClr val="363D6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sz="2300" b="1" i="0" u="none" strike="noStrike" dirty="0">
                <a:solidFill>
                  <a:srgbClr val="363D6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자동으로</a:t>
            </a:r>
            <a:r>
              <a:rPr lang="en-US" sz="2300" b="1" i="0" u="none" strike="noStrike" dirty="0">
                <a:solidFill>
                  <a:srgbClr val="363D6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sz="2300" b="1" i="0" u="none" strike="noStrike" dirty="0">
                <a:solidFill>
                  <a:srgbClr val="363D6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내용이</a:t>
            </a:r>
            <a:r>
              <a:rPr lang="en-US" sz="2300" b="1" i="0" u="none" strike="noStrike" dirty="0">
                <a:solidFill>
                  <a:srgbClr val="363D6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sz="2300" b="1" i="0" u="none" strike="noStrike" dirty="0">
                <a:solidFill>
                  <a:srgbClr val="363D6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갱신됩니다</a:t>
            </a:r>
            <a:r>
              <a:rPr lang="en-US" sz="2300" b="1" i="0" u="none" strike="noStrike" dirty="0">
                <a:solidFill>
                  <a:srgbClr val="363D6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.</a:t>
            </a:r>
          </a:p>
        </p:txBody>
      </p:sp>
      <p:grpSp>
        <p:nvGrpSpPr>
          <p:cNvPr id="26" name="그룹 25"/>
          <p:cNvGrpSpPr/>
          <p:nvPr/>
        </p:nvGrpSpPr>
        <p:grpSpPr>
          <a:xfrm>
            <a:off x="5718598" y="5013645"/>
            <a:ext cx="5055799" cy="1923939"/>
            <a:chOff x="5740400" y="4864100"/>
            <a:chExt cx="5080000" cy="1955800"/>
          </a:xfrm>
        </p:grpSpPr>
        <p:pic>
          <p:nvPicPr>
            <p:cNvPr id="5" name="Picture 5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5740400" y="5143500"/>
              <a:ext cx="5080000" cy="1676400"/>
            </a:xfrm>
            <a:prstGeom prst="rect">
              <a:avLst/>
            </a:prstGeom>
          </p:spPr>
        </p:pic>
        <p:sp>
          <p:nvSpPr>
            <p:cNvPr id="16" name="TextBox 16"/>
            <p:cNvSpPr txBox="1"/>
            <p:nvPr/>
          </p:nvSpPr>
          <p:spPr>
            <a:xfrm>
              <a:off x="5740400" y="4864100"/>
              <a:ext cx="2832735" cy="267335"/>
            </a:xfrm>
            <a:prstGeom prst="rect">
              <a:avLst/>
            </a:prstGeom>
          </p:spPr>
          <p:txBody>
            <a:bodyPr vert="horz" wrap="square" lIns="0" tIns="0" rIns="0" bIns="0" numCol="1" anchor="ctr">
              <a:noAutofit/>
            </a:bodyPr>
            <a:lstStyle/>
            <a:p>
              <a:pPr marL="0" indent="0" algn="l">
                <a:lnSpc>
                  <a:spcPct val="99600"/>
                </a:lnSpc>
                <a:buFontTx/>
                <a:buNone/>
              </a:pPr>
              <a:r>
                <a:rPr lang="en-US" sz="1500" b="1" i="0" strike="noStrike" dirty="0">
                  <a:solidFill>
                    <a:srgbClr val="363D62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UI_Quest.cs - </a:t>
              </a:r>
              <a:r>
                <a:rPr lang="ko-KR" sz="1500" b="1" i="0" strike="noStrike" dirty="0">
                  <a:solidFill>
                    <a:srgbClr val="363D62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수락</a:t>
              </a:r>
              <a:r>
                <a:rPr lang="en-US" sz="1500" b="1" i="0" strike="noStrike" dirty="0">
                  <a:solidFill>
                    <a:srgbClr val="363D62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 </a:t>
              </a:r>
              <a:r>
                <a:rPr lang="ko-KR" sz="1500" b="1" i="0" strike="noStrike" dirty="0">
                  <a:solidFill>
                    <a:srgbClr val="363D62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시</a:t>
              </a:r>
              <a:r>
                <a:rPr lang="en-US" sz="1500" b="1" i="0" strike="noStrike" dirty="0">
                  <a:solidFill>
                    <a:srgbClr val="363D62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 </a:t>
              </a:r>
              <a:r>
                <a:rPr lang="ko-KR" sz="1500" b="1" i="0" strike="noStrike" dirty="0">
                  <a:solidFill>
                    <a:srgbClr val="363D62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팝업</a:t>
              </a:r>
              <a:r>
                <a:rPr lang="en-US" sz="1500" b="1" i="0" strike="noStrike" dirty="0">
                  <a:solidFill>
                    <a:srgbClr val="363D62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 </a:t>
              </a:r>
              <a:r>
                <a:rPr lang="ko-KR" sz="1500" b="1" i="0" strike="noStrike" dirty="0">
                  <a:solidFill>
                    <a:srgbClr val="363D62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표시</a:t>
              </a:r>
              <a:endParaRPr lang="ko-KR" altLang="en-US" sz="1500" b="1" i="0" strike="noStrike" dirty="0">
                <a:solidFill>
                  <a:srgbClr val="363D6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endParaRPr>
            </a:p>
          </p:txBody>
        </p:sp>
      </p:grpSp>
      <p:grpSp>
        <p:nvGrpSpPr>
          <p:cNvPr id="19" name="그룹 18"/>
          <p:cNvGrpSpPr/>
          <p:nvPr/>
        </p:nvGrpSpPr>
        <p:grpSpPr>
          <a:xfrm>
            <a:off x="5718598" y="2429985"/>
            <a:ext cx="3766571" cy="1936433"/>
            <a:chOff x="1168400" y="4851400"/>
            <a:chExt cx="3784600" cy="1968500"/>
          </a:xfrm>
        </p:grpSpPr>
        <p:pic>
          <p:nvPicPr>
            <p:cNvPr id="6" name="Picture 6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1168400" y="5143500"/>
              <a:ext cx="3784600" cy="1676400"/>
            </a:xfrm>
            <a:prstGeom prst="rect">
              <a:avLst/>
            </a:prstGeom>
          </p:spPr>
        </p:pic>
        <p:sp>
          <p:nvSpPr>
            <p:cNvPr id="17" name="TextBox 17"/>
            <p:cNvSpPr txBox="1"/>
            <p:nvPr/>
          </p:nvSpPr>
          <p:spPr>
            <a:xfrm>
              <a:off x="1168400" y="4851400"/>
              <a:ext cx="2870835" cy="267335"/>
            </a:xfrm>
            <a:prstGeom prst="rect">
              <a:avLst/>
            </a:prstGeom>
          </p:spPr>
          <p:txBody>
            <a:bodyPr vert="horz" wrap="square" lIns="0" tIns="0" rIns="0" bIns="0" numCol="1" anchor="ctr">
              <a:noAutofit/>
            </a:bodyPr>
            <a:lstStyle/>
            <a:p>
              <a:pPr marL="0" indent="0" algn="l">
                <a:lnSpc>
                  <a:spcPct val="99600"/>
                </a:lnSpc>
                <a:buFontTx/>
                <a:buNone/>
              </a:pPr>
              <a:r>
                <a:rPr lang="en-US" sz="1500" b="1" i="0" strike="noStrike" dirty="0">
                  <a:solidFill>
                    <a:srgbClr val="363D62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QuestManager.cs - </a:t>
              </a:r>
              <a:r>
                <a:rPr lang="ko-KR" sz="1500" b="1" i="0" strike="noStrike" dirty="0">
                  <a:solidFill>
                    <a:srgbClr val="363D62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퀘스트</a:t>
              </a:r>
              <a:r>
                <a:rPr lang="en-US" sz="1500" b="1" i="0" strike="noStrike" dirty="0">
                  <a:solidFill>
                    <a:srgbClr val="363D62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 </a:t>
              </a:r>
              <a:r>
                <a:rPr lang="ko-KR" sz="1500" b="1" i="0" strike="noStrike" dirty="0">
                  <a:solidFill>
                    <a:srgbClr val="363D62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수락</a:t>
              </a:r>
              <a:endParaRPr lang="ko-KR" altLang="en-US" sz="1500" b="1" i="0" strike="noStrike" dirty="0">
                <a:solidFill>
                  <a:srgbClr val="363D6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endParaRPr>
            </a:p>
          </p:txBody>
        </p:sp>
      </p:grpSp>
      <p:grpSp>
        <p:nvGrpSpPr>
          <p:cNvPr id="27" name="그룹 26"/>
          <p:cNvGrpSpPr/>
          <p:nvPr/>
        </p:nvGrpSpPr>
        <p:grpSpPr>
          <a:xfrm>
            <a:off x="5718598" y="7472973"/>
            <a:ext cx="5169555" cy="2216615"/>
            <a:chOff x="5778500" y="7414114"/>
            <a:chExt cx="5194300" cy="2364886"/>
          </a:xfrm>
        </p:grpSpPr>
        <p:pic>
          <p:nvPicPr>
            <p:cNvPr id="7" name="Picture 7"/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5778500" y="7708900"/>
              <a:ext cx="5194300" cy="2070100"/>
            </a:xfrm>
            <a:prstGeom prst="rect">
              <a:avLst/>
            </a:prstGeom>
          </p:spPr>
        </p:pic>
        <p:sp>
          <p:nvSpPr>
            <p:cNvPr id="18" name="TextBox 18"/>
            <p:cNvSpPr txBox="1"/>
            <p:nvPr/>
          </p:nvSpPr>
          <p:spPr>
            <a:xfrm>
              <a:off x="5786456" y="7414114"/>
              <a:ext cx="3340735" cy="267335"/>
            </a:xfrm>
            <a:prstGeom prst="rect">
              <a:avLst/>
            </a:prstGeom>
          </p:spPr>
          <p:txBody>
            <a:bodyPr vert="horz" wrap="square" lIns="0" tIns="0" rIns="0" bIns="0" numCol="1" anchor="ctr">
              <a:noAutofit/>
            </a:bodyPr>
            <a:lstStyle/>
            <a:p>
              <a:pPr marL="0" indent="0" algn="l">
                <a:lnSpc>
                  <a:spcPct val="99600"/>
                </a:lnSpc>
                <a:buFontTx/>
                <a:buNone/>
              </a:pPr>
              <a:r>
                <a:rPr lang="en-US" sz="1500" b="1" i="0" strike="noStrike" dirty="0">
                  <a:solidFill>
                    <a:srgbClr val="363D62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TalkManager.cs - </a:t>
              </a:r>
              <a:r>
                <a:rPr lang="ko-KR" sz="1500" b="1" i="0" strike="noStrike" dirty="0">
                  <a:solidFill>
                    <a:srgbClr val="363D62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수락</a:t>
              </a:r>
              <a:r>
                <a:rPr lang="en-US" sz="1500" b="1" i="0" strike="noStrike" dirty="0">
                  <a:solidFill>
                    <a:srgbClr val="363D62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 </a:t>
              </a:r>
              <a:r>
                <a:rPr lang="ko-KR" sz="1500" b="1" i="0" strike="noStrike" dirty="0">
                  <a:solidFill>
                    <a:srgbClr val="363D62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분기</a:t>
              </a:r>
              <a:r>
                <a:rPr lang="en-US" sz="1500" b="1" i="0" strike="noStrike" dirty="0">
                  <a:solidFill>
                    <a:srgbClr val="363D62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 </a:t>
              </a:r>
              <a:r>
                <a:rPr lang="ko-KR" sz="1500" b="1" i="0" strike="noStrike" dirty="0">
                  <a:solidFill>
                    <a:srgbClr val="363D62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대사</a:t>
              </a:r>
              <a:r>
                <a:rPr lang="en-US" sz="1500" b="1" i="0" strike="noStrike" dirty="0">
                  <a:solidFill>
                    <a:srgbClr val="363D62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 </a:t>
              </a:r>
              <a:r>
                <a:rPr lang="ko-KR" sz="1500" b="1" i="0" strike="noStrike" dirty="0">
                  <a:solidFill>
                    <a:srgbClr val="363D62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처리</a:t>
              </a:r>
              <a:endParaRPr lang="ko-KR" altLang="en-US" sz="1500" b="1" i="0" strike="noStrike" dirty="0">
                <a:solidFill>
                  <a:srgbClr val="363D6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endParaRPr>
            </a:p>
          </p:txBody>
        </p:sp>
      </p:grpSp>
      <p:grpSp>
        <p:nvGrpSpPr>
          <p:cNvPr id="29" name="그룹 28"/>
          <p:cNvGrpSpPr/>
          <p:nvPr/>
        </p:nvGrpSpPr>
        <p:grpSpPr>
          <a:xfrm>
            <a:off x="11494507" y="7173113"/>
            <a:ext cx="5117093" cy="2490422"/>
            <a:chOff x="11328399" y="7747000"/>
            <a:chExt cx="5117093" cy="2196485"/>
          </a:xfrm>
        </p:grpSpPr>
        <p:pic>
          <p:nvPicPr>
            <p:cNvPr id="20" name="Picture 20"/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11328399" y="7747000"/>
              <a:ext cx="733611" cy="622300"/>
            </a:xfrm>
            <a:prstGeom prst="rect">
              <a:avLst/>
            </a:prstGeom>
          </p:spPr>
        </p:pic>
        <p:sp>
          <p:nvSpPr>
            <p:cNvPr id="21" name="TextBox 21"/>
            <p:cNvSpPr txBox="1"/>
            <p:nvPr/>
          </p:nvSpPr>
          <p:spPr>
            <a:xfrm>
              <a:off x="12084422" y="7912100"/>
              <a:ext cx="2654935" cy="419735"/>
            </a:xfrm>
            <a:prstGeom prst="rect">
              <a:avLst/>
            </a:prstGeom>
          </p:spPr>
          <p:txBody>
            <a:bodyPr vert="horz" wrap="square" lIns="0" tIns="0" rIns="0" bIns="0" numCol="1" anchor="t">
              <a:noAutofit/>
            </a:bodyPr>
            <a:lstStyle/>
            <a:p>
              <a:pPr marL="0" indent="0" algn="l">
                <a:lnSpc>
                  <a:spcPct val="99600"/>
                </a:lnSpc>
                <a:buFontTx/>
                <a:buNone/>
              </a:pPr>
              <a:r>
                <a:rPr lang="en-US" sz="2400" i="0" strike="noStrike" dirty="0">
                  <a:solidFill>
                    <a:srgbClr val="363D62"/>
                  </a:solidFill>
                  <a:latin typeface="Pretendard Black" panose="02000A03000000020004" pitchFamily="2" charset="-127"/>
                  <a:ea typeface="Pretendard Black" panose="02000A03000000020004" pitchFamily="2" charset="-127"/>
                  <a:cs typeface="Pretendard Black" panose="02000A03000000020004" pitchFamily="2" charset="-127"/>
                </a:rPr>
                <a:t> </a:t>
              </a:r>
              <a:r>
                <a:rPr lang="ko-KR" sz="2400" i="0" strike="noStrike" dirty="0">
                  <a:solidFill>
                    <a:srgbClr val="363D62"/>
                  </a:solidFill>
                  <a:latin typeface="Pretendard Black" panose="02000A03000000020004" pitchFamily="2" charset="-127"/>
                  <a:ea typeface="Pretendard Black" panose="02000A03000000020004" pitchFamily="2" charset="-127"/>
                  <a:cs typeface="Pretendard Black" panose="02000A03000000020004" pitchFamily="2" charset="-127"/>
                </a:rPr>
                <a:t>구현</a:t>
              </a:r>
              <a:r>
                <a:rPr lang="en-US" sz="2400" i="0" strike="noStrike" dirty="0">
                  <a:solidFill>
                    <a:srgbClr val="363D62"/>
                  </a:solidFill>
                  <a:latin typeface="Pretendard Black" panose="02000A03000000020004" pitchFamily="2" charset="-127"/>
                  <a:ea typeface="Pretendard Black" panose="02000A03000000020004" pitchFamily="2" charset="-127"/>
                  <a:cs typeface="Pretendard Black" panose="02000A03000000020004" pitchFamily="2" charset="-127"/>
                </a:rPr>
                <a:t> </a:t>
              </a:r>
              <a:r>
                <a:rPr lang="ko-KR" sz="2400" i="0" strike="noStrike" dirty="0">
                  <a:solidFill>
                    <a:srgbClr val="363D62"/>
                  </a:solidFill>
                  <a:latin typeface="Pretendard Black" panose="02000A03000000020004" pitchFamily="2" charset="-127"/>
                  <a:ea typeface="Pretendard Black" panose="02000A03000000020004" pitchFamily="2" charset="-127"/>
                  <a:cs typeface="Pretendard Black" panose="02000A03000000020004" pitchFamily="2" charset="-127"/>
                </a:rPr>
                <a:t>포인트</a:t>
              </a:r>
              <a:r>
                <a:rPr lang="en-US" sz="2400" i="0" strike="noStrike" dirty="0">
                  <a:solidFill>
                    <a:srgbClr val="363D62"/>
                  </a:solidFill>
                  <a:latin typeface="Pretendard Black" panose="02000A03000000020004" pitchFamily="2" charset="-127"/>
                  <a:ea typeface="Pretendard Black" panose="02000A03000000020004" pitchFamily="2" charset="-127"/>
                  <a:cs typeface="Pretendard Black" panose="02000A03000000020004" pitchFamily="2" charset="-127"/>
                </a:rPr>
                <a:t> </a:t>
              </a:r>
              <a:r>
                <a:rPr lang="ko-KR" sz="2400" i="0" strike="noStrike" dirty="0">
                  <a:solidFill>
                    <a:srgbClr val="363D62"/>
                  </a:solidFill>
                  <a:latin typeface="Pretendard Black" panose="02000A03000000020004" pitchFamily="2" charset="-127"/>
                  <a:ea typeface="Pretendard Black" panose="02000A03000000020004" pitchFamily="2" charset="-127"/>
                  <a:cs typeface="Pretendard Black" panose="02000A03000000020004" pitchFamily="2" charset="-127"/>
                </a:rPr>
                <a:t>요약</a:t>
              </a:r>
              <a:endParaRPr lang="ko-KR" altLang="en-US" sz="2400" i="0" strike="noStrike" dirty="0">
                <a:solidFill>
                  <a:srgbClr val="363D62"/>
                </a:solidFill>
                <a:latin typeface="Pretendard Black" panose="02000A03000000020004" pitchFamily="2" charset="-127"/>
                <a:ea typeface="Pretendard Black" panose="02000A03000000020004" pitchFamily="2" charset="-127"/>
                <a:cs typeface="Pretendard Black" panose="02000A03000000020004" pitchFamily="2" charset="-127"/>
              </a:endParaRP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1328399" y="8420100"/>
              <a:ext cx="5117093" cy="1523385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marL="342900" lvl="0" indent="-342900" algn="l">
                <a:lnSpc>
                  <a:spcPct val="150000"/>
                </a:lnSpc>
                <a:buClr>
                  <a:srgbClr val="363D62"/>
                </a:buClr>
                <a:buFont typeface="Arial"/>
                <a:buChar char="●"/>
              </a:pPr>
              <a:r>
                <a:rPr lang="en-US" sz="1800" b="1" i="0" u="none" strike="noStrike" dirty="0">
                  <a:solidFill>
                    <a:srgbClr val="363D62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NPC </a:t>
              </a:r>
              <a:r>
                <a:rPr lang="ko-KR" sz="1800" b="1" i="0" u="none" strike="noStrike" dirty="0">
                  <a:solidFill>
                    <a:srgbClr val="363D62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거리</a:t>
              </a:r>
              <a:r>
                <a:rPr lang="en-US" sz="1800" b="1" i="0" u="none" strike="noStrike" dirty="0">
                  <a:solidFill>
                    <a:srgbClr val="363D62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 </a:t>
              </a:r>
              <a:r>
                <a:rPr lang="ko-KR" sz="1800" b="1" i="0" u="none" strike="noStrike" dirty="0">
                  <a:solidFill>
                    <a:srgbClr val="363D62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인식</a:t>
              </a:r>
              <a:r>
                <a:rPr lang="en-US" sz="1800" b="1" i="0" u="none" strike="noStrike" dirty="0">
                  <a:solidFill>
                    <a:srgbClr val="363D62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 → </a:t>
              </a:r>
              <a:r>
                <a:rPr lang="ko-KR" sz="1800" b="1" i="0" u="none" strike="noStrike" dirty="0">
                  <a:solidFill>
                    <a:srgbClr val="363D62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스페이스</a:t>
              </a:r>
              <a:r>
                <a:rPr lang="en-US" sz="1800" b="1" i="0" u="none" strike="noStrike" dirty="0">
                  <a:solidFill>
                    <a:srgbClr val="363D62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 </a:t>
              </a:r>
              <a:r>
                <a:rPr lang="ko-KR" sz="1800" b="1" i="0" u="none" strike="noStrike" dirty="0">
                  <a:solidFill>
                    <a:srgbClr val="363D62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바</a:t>
              </a:r>
              <a:r>
                <a:rPr lang="en-US" sz="1800" b="1" i="0" u="none" strike="noStrike" dirty="0">
                  <a:solidFill>
                    <a:srgbClr val="363D62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 </a:t>
              </a:r>
              <a:r>
                <a:rPr lang="ko-KR" sz="1800" b="1" i="0" u="none" strike="noStrike" dirty="0">
                  <a:solidFill>
                    <a:srgbClr val="363D62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클릭</a:t>
              </a:r>
              <a:r>
                <a:rPr lang="en-US" sz="1800" b="1" i="0" u="none" strike="noStrike" dirty="0">
                  <a:solidFill>
                    <a:srgbClr val="363D62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 </a:t>
              </a:r>
              <a:r>
                <a:rPr lang="ko-KR" sz="1800" b="1" i="0" u="none" strike="noStrike" dirty="0">
                  <a:solidFill>
                    <a:srgbClr val="363D62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시</a:t>
              </a:r>
              <a:r>
                <a:rPr lang="en-US" sz="1800" b="1" i="0" u="none" strike="noStrike" dirty="0">
                  <a:solidFill>
                    <a:srgbClr val="363D62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 </a:t>
              </a:r>
              <a:r>
                <a:rPr lang="ko-KR" sz="1800" b="1" i="0" u="none" strike="noStrike" dirty="0">
                  <a:solidFill>
                    <a:srgbClr val="363D62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대화</a:t>
              </a:r>
              <a:r>
                <a:rPr lang="en-US" sz="1800" b="1" i="0" u="none" strike="noStrike" dirty="0">
                  <a:solidFill>
                    <a:srgbClr val="363D62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 </a:t>
              </a:r>
              <a:r>
                <a:rPr lang="ko-KR" sz="1800" b="1" i="0" u="none" strike="noStrike" dirty="0">
                  <a:solidFill>
                    <a:srgbClr val="363D62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노출</a:t>
              </a:r>
            </a:p>
            <a:p>
              <a:pPr marL="342900" lvl="0" indent="-342900" algn="l">
                <a:lnSpc>
                  <a:spcPct val="150000"/>
                </a:lnSpc>
                <a:buClr>
                  <a:srgbClr val="363D62"/>
                </a:buClr>
                <a:buFont typeface="Arial"/>
                <a:buChar char="●"/>
              </a:pPr>
              <a:r>
                <a:rPr lang="ko-KR" sz="1800" b="1" i="0" u="none" strike="noStrike" dirty="0">
                  <a:solidFill>
                    <a:srgbClr val="363D62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대사</a:t>
              </a:r>
              <a:r>
                <a:rPr lang="en-US" sz="1800" b="1" i="0" u="none" strike="noStrike" dirty="0">
                  <a:solidFill>
                    <a:srgbClr val="363D62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 </a:t>
              </a:r>
              <a:r>
                <a:rPr lang="ko-KR" sz="1800" b="1" i="0" u="none" strike="noStrike" dirty="0">
                  <a:solidFill>
                    <a:srgbClr val="363D62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키</a:t>
              </a:r>
              <a:r>
                <a:rPr lang="en-US" sz="1800" b="1" i="0" u="none" strike="noStrike" dirty="0">
                  <a:solidFill>
                    <a:srgbClr val="363D62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 </a:t>
              </a:r>
              <a:r>
                <a:rPr lang="ko-KR" sz="1800" b="1" i="0" u="none" strike="noStrike" dirty="0">
                  <a:solidFill>
                    <a:srgbClr val="363D62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기반으로</a:t>
              </a:r>
              <a:r>
                <a:rPr lang="en-US" sz="1800" b="1" i="0" u="none" strike="noStrike" dirty="0">
                  <a:solidFill>
                    <a:srgbClr val="363D62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 </a:t>
              </a:r>
              <a:r>
                <a:rPr lang="ko-KR" sz="1800" b="1" i="0" u="none" strike="noStrike" dirty="0">
                  <a:solidFill>
                    <a:srgbClr val="363D62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수락</a:t>
              </a:r>
              <a:r>
                <a:rPr lang="en-US" sz="1800" b="1" i="0" u="none" strike="noStrike" dirty="0">
                  <a:solidFill>
                    <a:srgbClr val="363D62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/</a:t>
              </a:r>
              <a:r>
                <a:rPr lang="ko-KR" sz="1800" b="1" i="0" u="none" strike="noStrike" dirty="0">
                  <a:solidFill>
                    <a:srgbClr val="363D62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진행</a:t>
              </a:r>
              <a:r>
                <a:rPr lang="en-US" sz="1800" b="1" i="0" u="none" strike="noStrike" dirty="0">
                  <a:solidFill>
                    <a:srgbClr val="363D62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/</a:t>
              </a:r>
              <a:r>
                <a:rPr lang="ko-KR" sz="1800" b="1" i="0" u="none" strike="noStrike" dirty="0">
                  <a:solidFill>
                    <a:srgbClr val="363D62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완료</a:t>
              </a:r>
              <a:r>
                <a:rPr lang="en-US" sz="1800" b="1" i="0" u="none" strike="noStrike" dirty="0">
                  <a:solidFill>
                    <a:srgbClr val="363D62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 </a:t>
              </a:r>
              <a:r>
                <a:rPr lang="ko-KR" sz="1800" b="1" i="0" u="none" strike="noStrike" dirty="0">
                  <a:solidFill>
                    <a:srgbClr val="363D62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분기</a:t>
              </a:r>
              <a:r>
                <a:rPr lang="en-US" sz="1800" b="1" i="0" u="none" strike="noStrike" dirty="0">
                  <a:solidFill>
                    <a:srgbClr val="363D62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 </a:t>
              </a:r>
              <a:r>
                <a:rPr lang="ko-KR" sz="1800" b="1" i="0" u="none" strike="noStrike" dirty="0">
                  <a:solidFill>
                    <a:srgbClr val="363D62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처리</a:t>
              </a:r>
            </a:p>
            <a:p>
              <a:pPr marL="342900" lvl="0" indent="-342900" algn="l">
                <a:lnSpc>
                  <a:spcPct val="150000"/>
                </a:lnSpc>
                <a:buClr>
                  <a:srgbClr val="363D62"/>
                </a:buClr>
                <a:buFont typeface="Arial"/>
                <a:buChar char="●"/>
              </a:pPr>
              <a:r>
                <a:rPr lang="en-US" sz="1800" b="1" i="0" u="none" strike="noStrike" dirty="0">
                  <a:solidFill>
                    <a:srgbClr val="363D62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OnQuestUpdate</a:t>
              </a:r>
              <a:r>
                <a:rPr lang="ko-KR" sz="1800" b="1" i="0" u="none" strike="noStrike" dirty="0" err="1">
                  <a:solidFill>
                    <a:srgbClr val="363D62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를</a:t>
              </a:r>
              <a:r>
                <a:rPr lang="en-US" sz="1800" b="1" i="0" u="none" strike="noStrike" dirty="0">
                  <a:solidFill>
                    <a:srgbClr val="363D62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 </a:t>
              </a:r>
              <a:r>
                <a:rPr lang="ko-KR" sz="1800" b="1" i="0" u="none" strike="noStrike" dirty="0">
                  <a:solidFill>
                    <a:srgbClr val="363D62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통한</a:t>
              </a:r>
              <a:r>
                <a:rPr lang="en-US" sz="1800" b="1" i="0" u="none" strike="noStrike" dirty="0">
                  <a:solidFill>
                    <a:srgbClr val="363D62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 UI </a:t>
              </a:r>
              <a:r>
                <a:rPr lang="ko-KR" sz="1800" b="1" i="0" u="none" strike="noStrike" dirty="0">
                  <a:solidFill>
                    <a:srgbClr val="363D62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연동</a:t>
              </a:r>
              <a:r>
                <a:rPr lang="en-US" sz="1800" b="1" i="0" u="none" strike="noStrike" dirty="0">
                  <a:solidFill>
                    <a:srgbClr val="363D62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 </a:t>
              </a:r>
              <a:r>
                <a:rPr lang="ko-KR" sz="1800" b="1" i="0" u="none" strike="noStrike" dirty="0">
                  <a:solidFill>
                    <a:srgbClr val="363D62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갱신</a:t>
              </a:r>
            </a:p>
            <a:p>
              <a:pPr marL="342900" lvl="0" indent="-342900" algn="l">
                <a:lnSpc>
                  <a:spcPct val="150000"/>
                </a:lnSpc>
                <a:buClr>
                  <a:srgbClr val="363D62"/>
                </a:buClr>
                <a:buFont typeface="Arial"/>
                <a:buChar char="●"/>
              </a:pPr>
              <a:r>
                <a:rPr lang="ko-KR" sz="1800" b="1" i="0" u="none" strike="noStrike" dirty="0">
                  <a:solidFill>
                    <a:srgbClr val="363D62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타이핑</a:t>
              </a:r>
              <a:r>
                <a:rPr lang="en-US" sz="1800" b="1" i="0" u="none" strike="noStrike" dirty="0">
                  <a:solidFill>
                    <a:srgbClr val="363D62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 </a:t>
              </a:r>
              <a:r>
                <a:rPr lang="ko-KR" sz="1800" b="1" i="0" u="none" strike="noStrike" dirty="0">
                  <a:solidFill>
                    <a:srgbClr val="363D62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효과</a:t>
              </a:r>
              <a:r>
                <a:rPr lang="en-US" sz="1800" b="1" i="0" u="none" strike="noStrike" dirty="0">
                  <a:solidFill>
                    <a:srgbClr val="363D62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 </a:t>
              </a:r>
              <a:r>
                <a:rPr lang="ko-KR" sz="1800" b="1" i="0" u="none" strike="noStrike" dirty="0">
                  <a:solidFill>
                    <a:srgbClr val="363D62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연출</a:t>
              </a:r>
            </a:p>
          </p:txBody>
        </p:sp>
      </p:grpSp>
      <p:sp>
        <p:nvSpPr>
          <p:cNvPr id="31" name="TextBox 12"/>
          <p:cNvSpPr txBox="1"/>
          <p:nvPr/>
        </p:nvSpPr>
        <p:spPr>
          <a:xfrm>
            <a:off x="1302049" y="1142999"/>
            <a:ext cx="6299835" cy="826135"/>
          </a:xfrm>
          <a:prstGeom prst="rect">
            <a:avLst/>
          </a:prstGeom>
        </p:spPr>
        <p:txBody>
          <a:bodyPr vert="horz" wrap="square" lIns="0" tIns="0" rIns="0" bIns="0" numCol="1" anchor="t">
            <a:noAutofit/>
          </a:bodyPr>
          <a:lstStyle/>
          <a:p>
            <a:pPr>
              <a:lnSpc>
                <a:spcPct val="99600"/>
              </a:lnSpc>
            </a:pPr>
            <a:r>
              <a:rPr lang="ko-KR" altLang="ko-KR" sz="4600" dirty="0">
                <a:solidFill>
                  <a:srgbClr val="363D62"/>
                </a:solidFill>
                <a:latin typeface="Pretendard Black" panose="02000A03000000020004" pitchFamily="2" charset="-127"/>
                <a:ea typeface="Pretendard Black" panose="02000A03000000020004" pitchFamily="2" charset="-127"/>
                <a:cs typeface="Pretendard Black" panose="02000A03000000020004" pitchFamily="2" charset="-127"/>
              </a:rPr>
              <a:t>퀘스트</a:t>
            </a:r>
            <a:r>
              <a:rPr lang="en-US" altLang="ko-KR" sz="4600" dirty="0">
                <a:solidFill>
                  <a:srgbClr val="363D62"/>
                </a:solidFill>
                <a:latin typeface="Pretendard Black" panose="02000A03000000020004" pitchFamily="2" charset="-127"/>
                <a:ea typeface="Pretendard Black" panose="02000A03000000020004" pitchFamily="2" charset="-127"/>
                <a:cs typeface="Pretendard Black" panose="02000A03000000020004" pitchFamily="2" charset="-127"/>
              </a:rPr>
              <a:t> </a:t>
            </a:r>
            <a:r>
              <a:rPr lang="ko-KR" altLang="ko-KR" sz="4600" dirty="0">
                <a:solidFill>
                  <a:srgbClr val="363D62"/>
                </a:solidFill>
                <a:latin typeface="Pretendard Black" panose="02000A03000000020004" pitchFamily="2" charset="-127"/>
                <a:ea typeface="Pretendard Black" panose="02000A03000000020004" pitchFamily="2" charset="-127"/>
                <a:cs typeface="Pretendard Black" panose="02000A03000000020004" pitchFamily="2" charset="-127"/>
              </a:rPr>
              <a:t>시스템</a:t>
            </a:r>
            <a:endParaRPr lang="ko-KR" altLang="en-US" sz="4600" dirty="0">
              <a:solidFill>
                <a:srgbClr val="363D62"/>
              </a:solidFill>
              <a:latin typeface="Pretendard Black" panose="02000A03000000020004" pitchFamily="2" charset="-127"/>
              <a:ea typeface="Pretendard Black" panose="02000A03000000020004" pitchFamily="2" charset="-127"/>
              <a:cs typeface="Pretendard Black" panose="02000A03000000020004" pitchFamily="2" charset="-127"/>
            </a:endParaRPr>
          </a:p>
        </p:txBody>
      </p:sp>
      <p:sp>
        <p:nvSpPr>
          <p:cNvPr id="32" name="TextBox 13"/>
          <p:cNvSpPr txBox="1"/>
          <p:nvPr/>
        </p:nvSpPr>
        <p:spPr>
          <a:xfrm>
            <a:off x="1302049" y="1815465"/>
            <a:ext cx="6236335" cy="356235"/>
          </a:xfrm>
          <a:prstGeom prst="rect">
            <a:avLst/>
          </a:prstGeom>
        </p:spPr>
        <p:txBody>
          <a:bodyPr vert="horz" wrap="square" lIns="0" tIns="0" rIns="0" bIns="0" numCol="1" anchor="t">
            <a:noAutofit/>
          </a:bodyPr>
          <a:lstStyle/>
          <a:p>
            <a:pPr>
              <a:lnSpc>
                <a:spcPct val="99600"/>
              </a:lnSpc>
            </a:pPr>
            <a:r>
              <a:rPr lang="en-US" altLang="ko-KR" sz="2000" b="1" dirty="0">
                <a:solidFill>
                  <a:srgbClr val="363D6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NPC </a:t>
            </a:r>
            <a:r>
              <a:rPr lang="ko-KR" altLang="ko-KR" sz="2000" b="1" dirty="0">
                <a:solidFill>
                  <a:srgbClr val="363D6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거리</a:t>
            </a:r>
            <a:r>
              <a:rPr lang="en-US" altLang="ko-KR" sz="2000" b="1" dirty="0">
                <a:solidFill>
                  <a:srgbClr val="363D6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ko-KR" sz="2000" b="1" dirty="0">
                <a:solidFill>
                  <a:srgbClr val="363D6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인식</a:t>
            </a:r>
            <a:r>
              <a:rPr lang="en-US" altLang="ko-KR" sz="2000" b="1" dirty="0">
                <a:solidFill>
                  <a:srgbClr val="363D6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+ </a:t>
            </a:r>
            <a:r>
              <a:rPr lang="ko-KR" altLang="ko-KR" sz="2000" b="1" dirty="0">
                <a:solidFill>
                  <a:srgbClr val="363D6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퀘스트</a:t>
            </a:r>
            <a:r>
              <a:rPr lang="en-US" altLang="ko-KR" sz="2000" b="1" dirty="0">
                <a:solidFill>
                  <a:srgbClr val="363D6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ko-KR" sz="2000" b="1" dirty="0">
                <a:solidFill>
                  <a:srgbClr val="363D6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흐름</a:t>
            </a:r>
            <a:r>
              <a:rPr lang="en-US" altLang="ko-KR" sz="2000" b="1" dirty="0">
                <a:solidFill>
                  <a:srgbClr val="363D6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ko-KR" sz="2000" b="1" dirty="0">
                <a:solidFill>
                  <a:srgbClr val="363D6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설계</a:t>
            </a:r>
            <a:endParaRPr lang="ko-KR" altLang="en-US" sz="2000" b="1" dirty="0">
              <a:solidFill>
                <a:srgbClr val="363D62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33" name="TextBox 3"/>
          <p:cNvSpPr txBox="1"/>
          <p:nvPr/>
        </p:nvSpPr>
        <p:spPr>
          <a:xfrm>
            <a:off x="1308100" y="215898"/>
            <a:ext cx="407035" cy="229235"/>
          </a:xfrm>
          <a:prstGeom prst="rect">
            <a:avLst/>
          </a:prstGeom>
        </p:spPr>
        <p:txBody>
          <a:bodyPr vert="horz" wrap="square" lIns="0" tIns="0" rIns="0" bIns="0" numCol="1" anchor="ctr">
            <a:noAutofit/>
          </a:bodyPr>
          <a:lstStyle/>
          <a:p>
            <a:pPr marL="0" indent="0" algn="ctr">
              <a:lnSpc>
                <a:spcPct val="99600"/>
              </a:lnSpc>
              <a:buFontTx/>
              <a:buNone/>
            </a:pPr>
            <a:r>
              <a:rPr lang="en-US" sz="2000" b="0" i="0" strike="noStrike" dirty="0" smtClean="0">
                <a:solidFill>
                  <a:srgbClr val="363D62"/>
                </a:solidFill>
                <a:latin typeface="Pretendard Black" panose="02000A03000000020004" pitchFamily="2" charset="-127"/>
                <a:ea typeface="Pretendard Black" panose="02000A03000000020004" pitchFamily="2" charset="-127"/>
                <a:cs typeface="Pretendard Black" panose="02000A03000000020004" pitchFamily="2" charset="-127"/>
              </a:rPr>
              <a:t>03</a:t>
            </a:r>
            <a:endParaRPr lang="ko-KR" altLang="en-US" sz="2000" b="0" i="0" strike="noStrike" dirty="0">
              <a:solidFill>
                <a:srgbClr val="363D62"/>
              </a:solidFill>
              <a:latin typeface="Pretendard Black" panose="02000A03000000020004" pitchFamily="2" charset="-127"/>
              <a:ea typeface="Pretendard Black" panose="02000A03000000020004" pitchFamily="2" charset="-127"/>
              <a:cs typeface="Pretendard Black" panose="02000A03000000020004" pitchFamily="2" charset="-127"/>
            </a:endParaRPr>
          </a:p>
        </p:txBody>
      </p:sp>
      <p:sp>
        <p:nvSpPr>
          <p:cNvPr id="34" name="TextBox 7"/>
          <p:cNvSpPr txBox="1">
            <a:spLocks/>
          </p:cNvSpPr>
          <p:nvPr/>
        </p:nvSpPr>
        <p:spPr>
          <a:xfrm>
            <a:off x="7426325" y="25400"/>
            <a:ext cx="3473450" cy="622300"/>
          </a:xfrm>
          <a:prstGeom prst="rect">
            <a:avLst/>
          </a:prstGeom>
        </p:spPr>
        <p:txBody>
          <a:bodyPr vert="horz" wrap="square" lIns="0" tIns="0" rIns="0" bIns="0" numCol="1" anchor="ctr">
            <a:noAutofit/>
          </a:bodyPr>
          <a:lstStyle/>
          <a:p>
            <a:pPr marL="0" indent="0" algn="ctr">
              <a:lnSpc>
                <a:spcPct val="99600"/>
              </a:lnSpc>
              <a:buFontTx/>
              <a:buNone/>
            </a:pPr>
            <a:r>
              <a:rPr lang="ko-KR" altLang="en-US" sz="3000" b="1" i="0" strike="noStrike" dirty="0" smtClean="0">
                <a:solidFill>
                  <a:srgbClr val="363D62"/>
                </a:solidFill>
                <a:latin typeface="Pretendard Black" panose="02000A03000000020004" pitchFamily="2" charset="-127"/>
                <a:ea typeface="Pretendard Black" panose="02000A03000000020004" pitchFamily="2" charset="-127"/>
                <a:cs typeface="Pretendard Black" panose="02000A03000000020004" pitchFamily="2" charset="-127"/>
              </a:rPr>
              <a:t>기능 구현</a:t>
            </a:r>
            <a:endParaRPr lang="ko-KR" altLang="en-US" sz="3000" b="1" i="0" strike="noStrike" dirty="0">
              <a:solidFill>
                <a:srgbClr val="363D62"/>
              </a:solidFill>
              <a:latin typeface="Pretendard Black" panose="02000A03000000020004" pitchFamily="2" charset="-127"/>
              <a:ea typeface="Pretendard Black" panose="02000A03000000020004" pitchFamily="2" charset="-127"/>
              <a:cs typeface="Pretendard Black" panose="02000A03000000020004" pitchFamily="2" charset="-127"/>
            </a:endParaRPr>
          </a:p>
        </p:txBody>
      </p:sp>
      <p:sp>
        <p:nvSpPr>
          <p:cNvPr id="11" name="슬라이드 번호 개체 틀 10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US" smtClean="0"/>
              <a:t>Luna ON PortFolio </a:t>
            </a:r>
            <a:fld id="{B6F15528-21DE-4FAA-801E-634DDDAF4B2B}" type="slidenum">
              <a:rPr lang="en-US" smtClean="0">
                <a:latin typeface="Pretendard Black" panose="02000A03000000020004" pitchFamily="2" charset="-127"/>
                <a:ea typeface="Pretendard Black" panose="02000A03000000020004" pitchFamily="2" charset="-127"/>
                <a:cs typeface="Pretendard Black" panose="02000A03000000020004" pitchFamily="2" charset="-127"/>
              </a:rPr>
              <a:pPr/>
              <a:t>12</a:t>
            </a:fld>
            <a:endParaRPr lang="en-US" dirty="0">
              <a:latin typeface="Pretendard Black" panose="02000A03000000020004" pitchFamily="2" charset="-127"/>
              <a:ea typeface="Pretendard Black" panose="02000A03000000020004" pitchFamily="2" charset="-127"/>
              <a:cs typeface="Pretendard Black" panose="02000A03000000020004" pitchFamily="2" charset="-127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4"/>
          <p:cNvPicPr>
            <a:picLocks noChangeAspect="1"/>
          </p:cNvPicPr>
          <p:nvPr/>
        </p:nvPicPr>
        <p:blipFill>
          <a:blip r:embed="rId2">
            <a:alphaModFix amt="50000"/>
          </a:blip>
          <a:stretch>
            <a:fillRect/>
          </a:stretch>
        </p:blipFill>
        <p:spPr>
          <a:xfrm rot="-10800000">
            <a:off x="-558800" y="647700"/>
            <a:ext cx="19443700" cy="63500"/>
          </a:xfrm>
          <a:prstGeom prst="rect">
            <a:avLst/>
          </a:prstGeom>
        </p:spPr>
      </p:pic>
      <p:grpSp>
        <p:nvGrpSpPr>
          <p:cNvPr id="48" name="그룹 47"/>
          <p:cNvGrpSpPr/>
          <p:nvPr/>
        </p:nvGrpSpPr>
        <p:grpSpPr>
          <a:xfrm>
            <a:off x="1472642" y="7107417"/>
            <a:ext cx="5849090" cy="2519826"/>
            <a:chOff x="1272365" y="6972300"/>
            <a:chExt cx="6892545" cy="3214369"/>
          </a:xfrm>
        </p:grpSpPr>
        <p:grpSp>
          <p:nvGrpSpPr>
            <p:cNvPr id="44" name="그룹 43"/>
            <p:cNvGrpSpPr/>
            <p:nvPr/>
          </p:nvGrpSpPr>
          <p:grpSpPr>
            <a:xfrm>
              <a:off x="1295400" y="6972300"/>
              <a:ext cx="1752600" cy="571500"/>
              <a:chOff x="1460500" y="2387600"/>
              <a:chExt cx="1752600" cy="571500"/>
            </a:xfrm>
          </p:grpSpPr>
          <p:pic>
            <p:nvPicPr>
              <p:cNvPr id="12" name="Picture 12"/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460500" y="2387600"/>
                <a:ext cx="1752600" cy="571500"/>
              </a:xfrm>
              <a:prstGeom prst="rect">
                <a:avLst/>
              </a:prstGeom>
            </p:spPr>
          </p:pic>
          <p:sp>
            <p:nvSpPr>
              <p:cNvPr id="13" name="TextBox 13"/>
              <p:cNvSpPr txBox="1"/>
              <p:nvPr/>
            </p:nvSpPr>
            <p:spPr>
              <a:xfrm>
                <a:off x="1778000" y="2501900"/>
                <a:ext cx="1130300" cy="368300"/>
              </a:xfrm>
              <a:prstGeom prst="rect">
                <a:avLst/>
              </a:prstGeom>
            </p:spPr>
            <p:txBody>
              <a:bodyPr lIns="0" tIns="0" rIns="0" bIns="0" rtlCol="0" anchor="ctr"/>
              <a:lstStyle/>
              <a:p>
                <a:pPr lvl="0" algn="ctr">
                  <a:lnSpc>
                    <a:spcPct val="99600"/>
                  </a:lnSpc>
                </a:pPr>
                <a:r>
                  <a:rPr lang="en-US" b="0" i="0" u="none" strike="noStrike" dirty="0">
                    <a:solidFill>
                      <a:srgbClr val="FBFBFB"/>
                    </a:solidFill>
                    <a:latin typeface="Pretendard Black" panose="02000A03000000020004" pitchFamily="2" charset="-127"/>
                    <a:ea typeface="Pretendard Black" panose="02000A03000000020004" pitchFamily="2" charset="-127"/>
                    <a:cs typeface="Pretendard Black" panose="02000A03000000020004" pitchFamily="2" charset="-127"/>
                  </a:rPr>
                  <a:t>UI_Base</a:t>
                </a:r>
              </a:p>
            </p:txBody>
          </p:sp>
        </p:grpSp>
        <p:grpSp>
          <p:nvGrpSpPr>
            <p:cNvPr id="43" name="그룹 42"/>
            <p:cNvGrpSpPr/>
            <p:nvPr/>
          </p:nvGrpSpPr>
          <p:grpSpPr>
            <a:xfrm>
              <a:off x="1272365" y="7544434"/>
              <a:ext cx="6892545" cy="2642235"/>
              <a:chOff x="1169701" y="3156267"/>
              <a:chExt cx="6892545" cy="2642235"/>
            </a:xfrm>
          </p:grpSpPr>
          <p:sp>
            <p:nvSpPr>
              <p:cNvPr id="14" name="TextBox 14"/>
              <p:cNvSpPr txBox="1"/>
              <p:nvPr/>
            </p:nvSpPr>
            <p:spPr>
              <a:xfrm>
                <a:off x="1169701" y="3156267"/>
                <a:ext cx="1791448" cy="2642235"/>
              </a:xfrm>
              <a:prstGeom prst="rect">
                <a:avLst/>
              </a:prstGeom>
            </p:spPr>
            <p:txBody>
              <a:bodyPr lIns="0" tIns="0" rIns="0" bIns="0" rtlCol="0" anchor="ctr"/>
              <a:lstStyle/>
              <a:p>
                <a:pPr lvl="0" algn="ctr">
                  <a:lnSpc>
                    <a:spcPct val="150000"/>
                  </a:lnSpc>
                </a:pPr>
                <a:r>
                  <a:rPr lang="en-US" b="0" i="0" u="none" strike="noStrike" dirty="0" smtClean="0">
                    <a:solidFill>
                      <a:srgbClr val="363D62"/>
                    </a:solidFill>
                    <a:latin typeface="Pretendard Black" panose="02000A03000000020004" pitchFamily="2" charset="-127"/>
                    <a:ea typeface="Pretendard Black" panose="02000A03000000020004" pitchFamily="2" charset="-127"/>
                    <a:cs typeface="Pretendard Black" panose="02000A03000000020004" pitchFamily="2" charset="-127"/>
                  </a:rPr>
                  <a:t>UI_Menu</a:t>
                </a:r>
              </a:p>
              <a:p>
                <a:pPr algn="ctr">
                  <a:lnSpc>
                    <a:spcPct val="150000"/>
                  </a:lnSpc>
                </a:pPr>
                <a:r>
                  <a:rPr lang="en-US" altLang="ko-KR" dirty="0">
                    <a:solidFill>
                      <a:srgbClr val="363D62"/>
                    </a:solidFill>
                    <a:latin typeface="Pretendard Black" panose="02000A03000000020004" pitchFamily="2" charset="-127"/>
                    <a:ea typeface="Pretendard Black" panose="02000A03000000020004" pitchFamily="2" charset="-127"/>
                    <a:cs typeface="Pretendard Black" panose="02000A03000000020004" pitchFamily="2" charset="-127"/>
                  </a:rPr>
                  <a:t>UI_Boss</a:t>
                </a:r>
              </a:p>
              <a:p>
                <a:pPr algn="ctr">
                  <a:lnSpc>
                    <a:spcPct val="150000"/>
                  </a:lnSpc>
                </a:pPr>
                <a:r>
                  <a:rPr lang="en-US" altLang="ko-KR" dirty="0">
                    <a:solidFill>
                      <a:srgbClr val="363D62"/>
                    </a:solidFill>
                    <a:latin typeface="Pretendard Black" panose="02000A03000000020004" pitchFamily="2" charset="-127"/>
                    <a:ea typeface="Pretendard Black" panose="02000A03000000020004" pitchFamily="2" charset="-127"/>
                    <a:cs typeface="Pretendard Black" panose="02000A03000000020004" pitchFamily="2" charset="-127"/>
                  </a:rPr>
                  <a:t>UI_Quest</a:t>
                </a:r>
              </a:p>
              <a:p>
                <a:pPr algn="ctr">
                  <a:lnSpc>
                    <a:spcPct val="150000"/>
                  </a:lnSpc>
                </a:pPr>
                <a:r>
                  <a:rPr lang="en-US" altLang="ko-KR" dirty="0">
                    <a:solidFill>
                      <a:srgbClr val="363D62"/>
                    </a:solidFill>
                    <a:latin typeface="Pretendard Black" panose="02000A03000000020004" pitchFamily="2" charset="-127"/>
                    <a:ea typeface="Pretendard Black" panose="02000A03000000020004" pitchFamily="2" charset="-127"/>
                    <a:cs typeface="Pretendard Black" panose="02000A03000000020004" pitchFamily="2" charset="-127"/>
                  </a:rPr>
                  <a:t>UI_Status</a:t>
                </a:r>
              </a:p>
              <a:p>
                <a:pPr algn="ctr">
                  <a:lnSpc>
                    <a:spcPct val="150000"/>
                  </a:lnSpc>
                </a:pPr>
                <a:r>
                  <a:rPr lang="en-US" altLang="ko-KR" dirty="0" smtClean="0">
                    <a:solidFill>
                      <a:srgbClr val="363D62"/>
                    </a:solidFill>
                    <a:latin typeface="Pretendard Black" panose="02000A03000000020004" pitchFamily="2" charset="-127"/>
                    <a:ea typeface="Pretendard Black" panose="02000A03000000020004" pitchFamily="2" charset="-127"/>
                    <a:cs typeface="Pretendard Black" panose="02000A03000000020004" pitchFamily="2" charset="-127"/>
                  </a:rPr>
                  <a:t>UI_Setting</a:t>
                </a:r>
                <a:endParaRPr lang="en-US" altLang="ko-KR" dirty="0">
                  <a:solidFill>
                    <a:srgbClr val="363D62"/>
                  </a:solidFill>
                  <a:latin typeface="Pretendard Black" panose="02000A03000000020004" pitchFamily="2" charset="-127"/>
                  <a:ea typeface="Pretendard Black" panose="02000A03000000020004" pitchFamily="2" charset="-127"/>
                  <a:cs typeface="Pretendard Black" panose="02000A03000000020004" pitchFamily="2" charset="-127"/>
                </a:endParaRPr>
              </a:p>
            </p:txBody>
          </p:sp>
          <p:sp>
            <p:nvSpPr>
              <p:cNvPr id="27" name="TextBox 27"/>
              <p:cNvSpPr txBox="1"/>
              <p:nvPr/>
            </p:nvSpPr>
            <p:spPr>
              <a:xfrm>
                <a:off x="2965661" y="3177337"/>
                <a:ext cx="5096585" cy="2539487"/>
              </a:xfrm>
              <a:prstGeom prst="rect">
                <a:avLst/>
              </a:prstGeom>
            </p:spPr>
            <p:txBody>
              <a:bodyPr lIns="0" tIns="0" rIns="0" bIns="0" rtlCol="0" anchor="t"/>
              <a:lstStyle/>
              <a:p>
                <a:pPr lvl="0" algn="l">
                  <a:lnSpc>
                    <a:spcPct val="150000"/>
                  </a:lnSpc>
                </a:pPr>
                <a:r>
                  <a:rPr lang="en-US" b="0" i="0" u="none" strike="noStrike" dirty="0">
                    <a:solidFill>
                      <a:srgbClr val="363D62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← </a:t>
                </a:r>
                <a:r>
                  <a:rPr lang="ko-KR" b="0" i="0" u="none" strike="noStrike" dirty="0">
                    <a:solidFill>
                      <a:srgbClr val="363D62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메뉴</a:t>
                </a:r>
                <a:r>
                  <a:rPr lang="en-US" b="0" i="0" u="none" strike="noStrike" dirty="0">
                    <a:solidFill>
                      <a:srgbClr val="363D62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 </a:t>
                </a:r>
                <a:r>
                  <a:rPr lang="ko-KR" b="0" i="0" u="none" strike="noStrike" dirty="0">
                    <a:solidFill>
                      <a:srgbClr val="363D62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패널</a:t>
                </a:r>
                <a:r>
                  <a:rPr lang="en-US" b="0" i="0" u="none" strike="noStrike" dirty="0">
                    <a:solidFill>
                      <a:srgbClr val="363D62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 </a:t>
                </a:r>
                <a:r>
                  <a:rPr lang="ko-KR" b="0" i="0" u="none" strike="noStrike" dirty="0">
                    <a:solidFill>
                      <a:srgbClr val="363D62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열기</a:t>
                </a:r>
                <a:r>
                  <a:rPr lang="en-US" b="0" i="0" u="none" strike="noStrike" dirty="0">
                    <a:solidFill>
                      <a:srgbClr val="363D62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/</a:t>
                </a:r>
                <a:r>
                  <a:rPr lang="ko-KR" b="0" i="0" u="none" strike="noStrike" dirty="0">
                    <a:solidFill>
                      <a:srgbClr val="363D62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닫기</a:t>
                </a:r>
                <a:r>
                  <a:rPr lang="en-US" b="0" i="0" u="none" strike="noStrike" dirty="0">
                    <a:solidFill>
                      <a:srgbClr val="363D62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 + </a:t>
                </a:r>
                <a:r>
                  <a:rPr lang="ko-KR" b="0" i="0" u="none" strike="noStrike" dirty="0" smtClean="0">
                    <a:solidFill>
                      <a:srgbClr val="363D62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애니메이션</a:t>
                </a:r>
                <a:endParaRPr lang="en-US" altLang="ko-KR" b="0" i="0" u="none" strike="noStrike" dirty="0" smtClean="0">
                  <a:solidFill>
                    <a:srgbClr val="363D62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n-US" altLang="ko-KR" dirty="0">
                    <a:solidFill>
                      <a:srgbClr val="363D62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← </a:t>
                </a:r>
                <a:r>
                  <a:rPr lang="ko-KR" altLang="ko-KR" dirty="0">
                    <a:solidFill>
                      <a:srgbClr val="363D62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보스</a:t>
                </a:r>
                <a:r>
                  <a:rPr lang="en-US" altLang="ko-KR" dirty="0">
                    <a:solidFill>
                      <a:srgbClr val="363D62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 </a:t>
                </a:r>
                <a:r>
                  <a:rPr lang="ko-KR" altLang="ko-KR" dirty="0">
                    <a:solidFill>
                      <a:srgbClr val="363D62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버튼</a:t>
                </a:r>
                <a:r>
                  <a:rPr lang="en-US" altLang="ko-KR" dirty="0">
                    <a:solidFill>
                      <a:srgbClr val="363D62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 </a:t>
                </a:r>
                <a:r>
                  <a:rPr lang="ko-KR" altLang="ko-KR" dirty="0">
                    <a:solidFill>
                      <a:srgbClr val="363D62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클릭</a:t>
                </a:r>
                <a:r>
                  <a:rPr lang="en-US" altLang="ko-KR" dirty="0">
                    <a:solidFill>
                      <a:srgbClr val="363D62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 → </a:t>
                </a:r>
                <a:r>
                  <a:rPr lang="ko-KR" altLang="ko-KR" dirty="0">
                    <a:solidFill>
                      <a:srgbClr val="363D62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씬</a:t>
                </a:r>
                <a:r>
                  <a:rPr lang="en-US" altLang="ko-KR" dirty="0">
                    <a:solidFill>
                      <a:srgbClr val="363D62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 </a:t>
                </a:r>
                <a:r>
                  <a:rPr lang="ko-KR" altLang="ko-KR" dirty="0">
                    <a:solidFill>
                      <a:srgbClr val="363D62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전환</a:t>
                </a:r>
                <a:r>
                  <a:rPr lang="en-US" altLang="ko-KR" dirty="0">
                    <a:solidFill>
                      <a:srgbClr val="363D62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 + </a:t>
                </a:r>
                <a:r>
                  <a:rPr lang="ko-KR" altLang="ko-KR" dirty="0">
                    <a:solidFill>
                      <a:srgbClr val="363D62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포탈</a:t>
                </a:r>
                <a:r>
                  <a:rPr lang="en-US" altLang="ko-KR" dirty="0">
                    <a:solidFill>
                      <a:srgbClr val="363D62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 </a:t>
                </a:r>
                <a:r>
                  <a:rPr lang="ko-KR" altLang="ko-KR" dirty="0" smtClean="0">
                    <a:solidFill>
                      <a:srgbClr val="363D62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이펙트</a:t>
                </a:r>
                <a:endParaRPr lang="en-US" altLang="ko-KR" dirty="0" smtClean="0">
                  <a:solidFill>
                    <a:srgbClr val="363D62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n-US" altLang="ko-KR" dirty="0">
                    <a:solidFill>
                      <a:srgbClr val="363D62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← </a:t>
                </a:r>
                <a:r>
                  <a:rPr lang="ko-KR" altLang="ko-KR" dirty="0">
                    <a:solidFill>
                      <a:srgbClr val="363D62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퀘스트</a:t>
                </a:r>
                <a:r>
                  <a:rPr lang="en-US" altLang="ko-KR" dirty="0">
                    <a:solidFill>
                      <a:srgbClr val="363D62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 </a:t>
                </a:r>
                <a:r>
                  <a:rPr lang="ko-KR" altLang="ko-KR" dirty="0">
                    <a:solidFill>
                      <a:srgbClr val="363D62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수락</a:t>
                </a:r>
                <a:r>
                  <a:rPr lang="en-US" altLang="ko-KR" dirty="0">
                    <a:solidFill>
                      <a:srgbClr val="363D62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 </a:t>
                </a:r>
                <a:r>
                  <a:rPr lang="ko-KR" altLang="ko-KR" dirty="0">
                    <a:solidFill>
                      <a:srgbClr val="363D62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시</a:t>
                </a:r>
                <a:r>
                  <a:rPr lang="en-US" altLang="ko-KR" dirty="0">
                    <a:solidFill>
                      <a:srgbClr val="363D62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 </a:t>
                </a:r>
                <a:r>
                  <a:rPr lang="ko-KR" altLang="ko-KR" dirty="0">
                    <a:solidFill>
                      <a:srgbClr val="363D62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팝업</a:t>
                </a:r>
                <a:r>
                  <a:rPr lang="en-US" altLang="ko-KR" dirty="0">
                    <a:solidFill>
                      <a:srgbClr val="363D62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, </a:t>
                </a:r>
                <a:r>
                  <a:rPr lang="ko-KR" altLang="ko-KR" dirty="0">
                    <a:solidFill>
                      <a:srgbClr val="363D62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실시간</a:t>
                </a:r>
                <a:r>
                  <a:rPr lang="en-US" altLang="ko-KR" dirty="0">
                    <a:solidFill>
                      <a:srgbClr val="363D62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 </a:t>
                </a:r>
                <a:r>
                  <a:rPr lang="ko-KR" altLang="ko-KR" dirty="0" err="1">
                    <a:solidFill>
                      <a:srgbClr val="363D62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킬카운트</a:t>
                </a:r>
                <a:r>
                  <a:rPr lang="en-US" altLang="ko-KR" dirty="0">
                    <a:solidFill>
                      <a:srgbClr val="363D62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 </a:t>
                </a:r>
                <a:r>
                  <a:rPr lang="ko-KR" altLang="ko-KR" dirty="0" smtClean="0">
                    <a:solidFill>
                      <a:srgbClr val="363D62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반영</a:t>
                </a:r>
                <a:endParaRPr lang="en-US" altLang="ko-KR" dirty="0" smtClean="0">
                  <a:solidFill>
                    <a:srgbClr val="363D62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n-US" altLang="ko-KR" dirty="0">
                    <a:solidFill>
                      <a:srgbClr val="363D62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← </a:t>
                </a:r>
                <a:r>
                  <a:rPr lang="ko-KR" altLang="ko-KR" dirty="0">
                    <a:solidFill>
                      <a:srgbClr val="363D62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레벨</a:t>
                </a:r>
                <a:r>
                  <a:rPr lang="en-US" altLang="ko-KR" dirty="0">
                    <a:solidFill>
                      <a:srgbClr val="363D62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, HP, EXP </a:t>
                </a:r>
                <a:r>
                  <a:rPr lang="ko-KR" altLang="ko-KR" dirty="0">
                    <a:solidFill>
                      <a:srgbClr val="363D62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실시간</a:t>
                </a:r>
                <a:r>
                  <a:rPr lang="en-US" altLang="ko-KR" dirty="0">
                    <a:solidFill>
                      <a:srgbClr val="363D62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 </a:t>
                </a:r>
                <a:r>
                  <a:rPr lang="ko-KR" altLang="ko-KR" dirty="0" smtClean="0">
                    <a:solidFill>
                      <a:srgbClr val="363D62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반영</a:t>
                </a:r>
                <a:endParaRPr lang="en-US" altLang="ko-KR" dirty="0" smtClean="0">
                  <a:solidFill>
                    <a:srgbClr val="363D62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n-US" altLang="ko-KR" dirty="0">
                    <a:solidFill>
                      <a:srgbClr val="363D62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← </a:t>
                </a:r>
                <a:r>
                  <a:rPr lang="ko-KR" altLang="ko-KR" dirty="0">
                    <a:solidFill>
                      <a:srgbClr val="363D62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게임</a:t>
                </a:r>
                <a:r>
                  <a:rPr lang="en-US" altLang="ko-KR" dirty="0">
                    <a:solidFill>
                      <a:srgbClr val="363D62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 </a:t>
                </a:r>
                <a:r>
                  <a:rPr lang="ko-KR" altLang="ko-KR" dirty="0">
                    <a:solidFill>
                      <a:srgbClr val="363D62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정보</a:t>
                </a:r>
                <a:r>
                  <a:rPr lang="en-US" altLang="ko-KR" dirty="0">
                    <a:solidFill>
                      <a:srgbClr val="363D62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, </a:t>
                </a:r>
                <a:r>
                  <a:rPr lang="ko-KR" altLang="ko-KR" dirty="0">
                    <a:solidFill>
                      <a:srgbClr val="363D62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종료</a:t>
                </a:r>
                <a:r>
                  <a:rPr lang="en-US" altLang="ko-KR" dirty="0">
                    <a:solidFill>
                      <a:srgbClr val="363D62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, </a:t>
                </a:r>
                <a:r>
                  <a:rPr lang="ko-KR" altLang="ko-KR" dirty="0">
                    <a:solidFill>
                      <a:srgbClr val="363D62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설정</a:t>
                </a:r>
                <a:r>
                  <a:rPr lang="en-US" altLang="ko-KR" dirty="0">
                    <a:solidFill>
                      <a:srgbClr val="363D62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 </a:t>
                </a:r>
                <a:r>
                  <a:rPr lang="ko-KR" altLang="ko-KR" dirty="0" smtClean="0">
                    <a:solidFill>
                      <a:srgbClr val="363D62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패널</a:t>
                </a:r>
                <a:endParaRPr lang="ko-KR" b="0" i="0" u="none" strike="noStrike" dirty="0">
                  <a:solidFill>
                    <a:srgbClr val="363D62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endParaRPr>
              </a:p>
            </p:txBody>
          </p:sp>
        </p:grpSp>
      </p:grpSp>
      <p:grpSp>
        <p:nvGrpSpPr>
          <p:cNvPr id="49" name="그룹 48"/>
          <p:cNvGrpSpPr/>
          <p:nvPr/>
        </p:nvGrpSpPr>
        <p:grpSpPr>
          <a:xfrm>
            <a:off x="8498541" y="6840245"/>
            <a:ext cx="7238558" cy="2951455"/>
            <a:chOff x="8687242" y="6844024"/>
            <a:chExt cx="7238558" cy="2951455"/>
          </a:xfrm>
        </p:grpSpPr>
        <p:pic>
          <p:nvPicPr>
            <p:cNvPr id="35" name="Picture 35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8687242" y="6844024"/>
              <a:ext cx="659958" cy="622300"/>
            </a:xfrm>
            <a:prstGeom prst="rect">
              <a:avLst/>
            </a:prstGeom>
          </p:spPr>
        </p:pic>
        <p:sp>
          <p:nvSpPr>
            <p:cNvPr id="36" name="TextBox 36"/>
            <p:cNvSpPr txBox="1"/>
            <p:nvPr/>
          </p:nvSpPr>
          <p:spPr>
            <a:xfrm>
              <a:off x="9507385" y="7009124"/>
              <a:ext cx="3459309" cy="419735"/>
            </a:xfrm>
            <a:prstGeom prst="rect">
              <a:avLst/>
            </a:prstGeom>
          </p:spPr>
          <p:txBody>
            <a:bodyPr vert="horz" wrap="square" lIns="0" tIns="0" rIns="0" bIns="0" numCol="1" anchor="t">
              <a:noAutofit/>
            </a:bodyPr>
            <a:lstStyle/>
            <a:p>
              <a:pPr marL="0" indent="0" algn="l">
                <a:lnSpc>
                  <a:spcPct val="99600"/>
                </a:lnSpc>
                <a:buFontTx/>
                <a:buNone/>
              </a:pPr>
              <a:r>
                <a:rPr lang="en-US" sz="2400" b="0" i="0" strike="noStrike" dirty="0">
                  <a:solidFill>
                    <a:srgbClr val="363D62"/>
                  </a:solidFill>
                  <a:latin typeface="Pretendard Black" panose="02000A03000000020004" pitchFamily="2" charset="-127"/>
                  <a:ea typeface="Pretendard Black" panose="02000A03000000020004" pitchFamily="2" charset="-127"/>
                  <a:cs typeface="Pretendard Black" panose="02000A03000000020004" pitchFamily="2" charset="-127"/>
                </a:rPr>
                <a:t> </a:t>
              </a:r>
              <a:r>
                <a:rPr lang="ko-KR" sz="2400" b="0" i="0" strike="noStrike" dirty="0">
                  <a:solidFill>
                    <a:srgbClr val="363D62"/>
                  </a:solidFill>
                  <a:latin typeface="Pretendard Black" panose="02000A03000000020004" pitchFamily="2" charset="-127"/>
                  <a:ea typeface="Pretendard Black" panose="02000A03000000020004" pitchFamily="2" charset="-127"/>
                  <a:cs typeface="Pretendard Black" panose="02000A03000000020004" pitchFamily="2" charset="-127"/>
                </a:rPr>
                <a:t>구현</a:t>
              </a:r>
              <a:r>
                <a:rPr lang="en-US" sz="2400" b="0" i="0" strike="noStrike" dirty="0">
                  <a:solidFill>
                    <a:srgbClr val="363D62"/>
                  </a:solidFill>
                  <a:latin typeface="Pretendard Black" panose="02000A03000000020004" pitchFamily="2" charset="-127"/>
                  <a:ea typeface="Pretendard Black" panose="02000A03000000020004" pitchFamily="2" charset="-127"/>
                  <a:cs typeface="Pretendard Black" panose="02000A03000000020004" pitchFamily="2" charset="-127"/>
                </a:rPr>
                <a:t> </a:t>
              </a:r>
              <a:r>
                <a:rPr lang="ko-KR" sz="2400" b="0" i="0" strike="noStrike" dirty="0">
                  <a:solidFill>
                    <a:srgbClr val="363D62"/>
                  </a:solidFill>
                  <a:latin typeface="Pretendard Black" panose="02000A03000000020004" pitchFamily="2" charset="-127"/>
                  <a:ea typeface="Pretendard Black" panose="02000A03000000020004" pitchFamily="2" charset="-127"/>
                  <a:cs typeface="Pretendard Black" panose="02000A03000000020004" pitchFamily="2" charset="-127"/>
                </a:rPr>
                <a:t>포인트</a:t>
              </a:r>
              <a:r>
                <a:rPr lang="en-US" sz="2400" b="0" i="0" strike="noStrike" dirty="0">
                  <a:solidFill>
                    <a:srgbClr val="363D62"/>
                  </a:solidFill>
                  <a:latin typeface="Pretendard Black" panose="02000A03000000020004" pitchFamily="2" charset="-127"/>
                  <a:ea typeface="Pretendard Black" panose="02000A03000000020004" pitchFamily="2" charset="-127"/>
                  <a:cs typeface="Pretendard Black" panose="02000A03000000020004" pitchFamily="2" charset="-127"/>
                </a:rPr>
                <a:t> </a:t>
              </a:r>
              <a:r>
                <a:rPr lang="ko-KR" sz="2400" b="0" i="0" strike="noStrike" dirty="0">
                  <a:solidFill>
                    <a:srgbClr val="363D62"/>
                  </a:solidFill>
                  <a:latin typeface="Pretendard Black" panose="02000A03000000020004" pitchFamily="2" charset="-127"/>
                  <a:ea typeface="Pretendard Black" panose="02000A03000000020004" pitchFamily="2" charset="-127"/>
                  <a:cs typeface="Pretendard Black" panose="02000A03000000020004" pitchFamily="2" charset="-127"/>
                </a:rPr>
                <a:t>요약</a:t>
              </a:r>
              <a:endParaRPr lang="ko-KR" altLang="en-US" sz="2400" b="0" i="0" strike="noStrike" dirty="0">
                <a:solidFill>
                  <a:srgbClr val="363D62"/>
                </a:solidFill>
                <a:latin typeface="Pretendard Black" panose="02000A03000000020004" pitchFamily="2" charset="-127"/>
                <a:ea typeface="Pretendard Black" panose="02000A03000000020004" pitchFamily="2" charset="-127"/>
                <a:cs typeface="Pretendard Black" panose="02000A03000000020004" pitchFamily="2" charset="-127"/>
              </a:endParaRP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8760218" y="7560279"/>
              <a:ext cx="7165582" cy="2235200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marL="342900" lvl="0" indent="-342900" algn="l">
                <a:lnSpc>
                  <a:spcPct val="150000"/>
                </a:lnSpc>
                <a:buClr>
                  <a:srgbClr val="363D62"/>
                </a:buClr>
                <a:buFont typeface="Arial"/>
                <a:buChar char="●"/>
              </a:pPr>
              <a:r>
                <a:rPr lang="ko-KR" sz="1800" b="1" i="0" strike="noStrike" dirty="0">
                  <a:solidFill>
                    <a:srgbClr val="363D62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모든</a:t>
              </a:r>
              <a:r>
                <a:rPr lang="en-US" sz="1800" b="1" i="0" strike="noStrike" dirty="0">
                  <a:solidFill>
                    <a:srgbClr val="363D62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 UI</a:t>
              </a:r>
              <a:r>
                <a:rPr lang="ko-KR" sz="1800" b="1" i="0" strike="noStrike" dirty="0">
                  <a:solidFill>
                    <a:srgbClr val="363D62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는</a:t>
              </a:r>
              <a:r>
                <a:rPr lang="en-US" sz="1800" b="1" i="0" strike="noStrike" dirty="0">
                  <a:solidFill>
                    <a:srgbClr val="363D62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 UI_Base </a:t>
              </a:r>
              <a:r>
                <a:rPr lang="ko-KR" sz="1800" b="1" i="0" strike="noStrike" dirty="0">
                  <a:solidFill>
                    <a:srgbClr val="363D62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상속</a:t>
              </a:r>
              <a:r>
                <a:rPr lang="en-US" sz="1800" b="1" i="0" strike="noStrike" dirty="0">
                  <a:solidFill>
                    <a:srgbClr val="363D62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 → </a:t>
              </a:r>
              <a:r>
                <a:rPr lang="ko-KR" sz="1800" b="1" i="0" strike="noStrike" dirty="0">
                  <a:solidFill>
                    <a:srgbClr val="363D62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공통</a:t>
              </a:r>
              <a:r>
                <a:rPr lang="en-US" sz="1800" b="1" i="0" strike="noStrike" dirty="0">
                  <a:solidFill>
                    <a:srgbClr val="363D62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 </a:t>
              </a:r>
              <a:r>
                <a:rPr lang="ko-KR" sz="1800" b="1" i="0" strike="noStrike" dirty="0">
                  <a:solidFill>
                    <a:srgbClr val="363D62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해상도</a:t>
              </a:r>
              <a:r>
                <a:rPr lang="en-US" sz="1800" b="1" i="0" strike="noStrike" dirty="0">
                  <a:solidFill>
                    <a:srgbClr val="363D62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/Canvas </a:t>
              </a:r>
              <a:r>
                <a:rPr lang="ko-KR" sz="1800" b="1" i="0" strike="noStrike" dirty="0">
                  <a:solidFill>
                    <a:srgbClr val="363D62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설정</a:t>
              </a:r>
              <a:r>
                <a:rPr lang="en-US" sz="1800" b="1" i="0" strike="noStrike" dirty="0">
                  <a:solidFill>
                    <a:srgbClr val="363D62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 </a:t>
              </a:r>
              <a:r>
                <a:rPr lang="ko-KR" sz="1800" b="1" i="0" strike="noStrike" dirty="0">
                  <a:solidFill>
                    <a:srgbClr val="363D62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통일</a:t>
              </a:r>
            </a:p>
            <a:p>
              <a:pPr marL="342900" lvl="0" indent="-342900" algn="l">
                <a:lnSpc>
                  <a:spcPct val="150000"/>
                </a:lnSpc>
                <a:buClr>
                  <a:srgbClr val="363D62"/>
                </a:buClr>
                <a:buFont typeface="Arial"/>
                <a:buChar char="●"/>
              </a:pPr>
              <a:r>
                <a:rPr lang="ko-KR" sz="1800" b="1" i="0" strike="noStrike" dirty="0">
                  <a:solidFill>
                    <a:srgbClr val="363D62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상태</a:t>
              </a:r>
              <a:r>
                <a:rPr lang="en-US" sz="1800" b="1" i="0" strike="noStrike" dirty="0">
                  <a:solidFill>
                    <a:srgbClr val="363D62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 </a:t>
              </a:r>
              <a:r>
                <a:rPr lang="ko-KR" sz="1800" b="1" i="0" strike="noStrike" dirty="0">
                  <a:solidFill>
                    <a:srgbClr val="363D62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변경</a:t>
              </a:r>
              <a:r>
                <a:rPr lang="en-US" sz="1800" b="1" i="0" strike="noStrike" dirty="0">
                  <a:solidFill>
                    <a:srgbClr val="363D62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 </a:t>
              </a:r>
              <a:r>
                <a:rPr lang="ko-KR" sz="1800" b="1" i="0" strike="noStrike" dirty="0">
                  <a:solidFill>
                    <a:srgbClr val="363D62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시</a:t>
              </a:r>
              <a:r>
                <a:rPr lang="en-US" sz="1800" b="1" i="0" strike="noStrike" dirty="0">
                  <a:solidFill>
                    <a:srgbClr val="363D62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 </a:t>
              </a:r>
              <a:r>
                <a:rPr lang="ko-KR" sz="1800" b="1" i="0" strike="noStrike" dirty="0">
                  <a:solidFill>
                    <a:srgbClr val="363D62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이벤트</a:t>
              </a:r>
              <a:r>
                <a:rPr lang="en-US" sz="1800" b="1" i="0" strike="noStrike" dirty="0">
                  <a:solidFill>
                    <a:srgbClr val="363D62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(OnQuestUpdate, OnPlayerInfoChanged) </a:t>
              </a:r>
              <a:r>
                <a:rPr lang="ko-KR" sz="1800" b="1" i="0" strike="noStrike" dirty="0">
                  <a:solidFill>
                    <a:srgbClr val="363D62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기반</a:t>
              </a:r>
              <a:r>
                <a:rPr lang="en-US" sz="1800" b="1" i="0" strike="noStrike" dirty="0">
                  <a:solidFill>
                    <a:srgbClr val="363D62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 UI </a:t>
              </a:r>
              <a:r>
                <a:rPr lang="ko-KR" sz="1800" b="1" i="0" strike="noStrike" dirty="0">
                  <a:solidFill>
                    <a:srgbClr val="363D62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실시간</a:t>
              </a:r>
              <a:r>
                <a:rPr lang="en-US" sz="1800" b="1" i="0" strike="noStrike" dirty="0">
                  <a:solidFill>
                    <a:srgbClr val="363D62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 </a:t>
              </a:r>
              <a:r>
                <a:rPr lang="ko-KR" sz="1800" b="1" i="0" strike="noStrike" dirty="0">
                  <a:solidFill>
                    <a:srgbClr val="363D62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반영</a:t>
              </a:r>
            </a:p>
            <a:p>
              <a:pPr marL="342900" lvl="0" indent="-342900" algn="l">
                <a:lnSpc>
                  <a:spcPct val="150000"/>
                </a:lnSpc>
                <a:buClr>
                  <a:srgbClr val="363D62"/>
                </a:buClr>
                <a:buFont typeface="Arial"/>
                <a:buChar char="●"/>
              </a:pPr>
              <a:r>
                <a:rPr lang="en-US" sz="1800" b="1" i="0" strike="noStrike" dirty="0">
                  <a:solidFill>
                    <a:srgbClr val="363D62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UI_Menu</a:t>
              </a:r>
              <a:r>
                <a:rPr lang="ko-KR" sz="1800" b="1" i="0" strike="noStrike" dirty="0">
                  <a:solidFill>
                    <a:srgbClr val="363D62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는</a:t>
              </a:r>
              <a:r>
                <a:rPr lang="en-US" sz="1800" b="1" i="0" strike="noStrike" dirty="0">
                  <a:solidFill>
                    <a:srgbClr val="363D62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 </a:t>
              </a:r>
              <a:r>
                <a:rPr lang="ko-KR" sz="1800" b="1" i="0" strike="noStrike" dirty="0">
                  <a:solidFill>
                    <a:srgbClr val="363D62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클릭</a:t>
              </a:r>
              <a:r>
                <a:rPr lang="en-US" sz="1800" b="1" i="0" strike="noStrike" dirty="0">
                  <a:solidFill>
                    <a:srgbClr val="363D62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 </a:t>
              </a:r>
              <a:r>
                <a:rPr lang="ko-KR" sz="1800" b="1" i="0" strike="noStrike" dirty="0">
                  <a:solidFill>
                    <a:srgbClr val="363D62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영역</a:t>
              </a:r>
              <a:r>
                <a:rPr lang="en-US" sz="1800" b="1" i="0" strike="noStrike" dirty="0">
                  <a:solidFill>
                    <a:srgbClr val="363D62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 </a:t>
              </a:r>
              <a:r>
                <a:rPr lang="ko-KR" sz="1800" b="1" i="0" strike="noStrike" dirty="0">
                  <a:solidFill>
                    <a:srgbClr val="363D62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분리</a:t>
              </a:r>
              <a:r>
                <a:rPr lang="en-US" sz="1800" b="1" i="0" strike="noStrike" dirty="0">
                  <a:solidFill>
                    <a:srgbClr val="363D62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 </a:t>
              </a:r>
              <a:r>
                <a:rPr lang="ko-KR" sz="1800" b="1" i="0" strike="noStrike" dirty="0">
                  <a:solidFill>
                    <a:srgbClr val="363D62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및</a:t>
              </a:r>
              <a:r>
                <a:rPr lang="en-US" sz="1800" b="1" i="0" strike="noStrike" dirty="0">
                  <a:solidFill>
                    <a:srgbClr val="363D62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 </a:t>
              </a:r>
              <a:r>
                <a:rPr lang="ko-KR" sz="1800" b="1" i="0" strike="noStrike" dirty="0">
                  <a:solidFill>
                    <a:srgbClr val="363D62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슬라이딩</a:t>
              </a:r>
              <a:r>
                <a:rPr lang="en-US" sz="1800" b="1" i="0" strike="noStrike" dirty="0">
                  <a:solidFill>
                    <a:srgbClr val="363D62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 </a:t>
              </a:r>
              <a:r>
                <a:rPr lang="ko-KR" sz="1800" b="1" i="0" strike="noStrike" dirty="0">
                  <a:solidFill>
                    <a:srgbClr val="363D62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애니메이션</a:t>
              </a:r>
              <a:r>
                <a:rPr lang="en-US" sz="1800" b="1" i="0" strike="noStrike" dirty="0">
                  <a:solidFill>
                    <a:srgbClr val="363D62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 </a:t>
              </a:r>
              <a:r>
                <a:rPr lang="ko-KR" sz="1800" b="1" i="0" strike="noStrike" dirty="0">
                  <a:solidFill>
                    <a:srgbClr val="363D62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처리</a:t>
              </a:r>
            </a:p>
            <a:p>
              <a:pPr marL="342900" lvl="0" indent="-342900" algn="l">
                <a:lnSpc>
                  <a:spcPct val="150000"/>
                </a:lnSpc>
                <a:buClr>
                  <a:srgbClr val="363D62"/>
                </a:buClr>
                <a:buFont typeface="Arial"/>
                <a:buChar char="●"/>
              </a:pPr>
              <a:r>
                <a:rPr lang="en-US" sz="1800" b="1" i="0" strike="noStrike" dirty="0">
                  <a:solidFill>
                    <a:srgbClr val="363D62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UI_Boss</a:t>
              </a:r>
              <a:r>
                <a:rPr lang="ko-KR" sz="1800" b="1" i="0" strike="noStrike" dirty="0">
                  <a:solidFill>
                    <a:srgbClr val="363D62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는</a:t>
              </a:r>
              <a:r>
                <a:rPr lang="en-US" sz="1800" b="1" i="0" strike="noStrike" dirty="0">
                  <a:solidFill>
                    <a:srgbClr val="363D62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 </a:t>
              </a:r>
              <a:r>
                <a:rPr lang="ko-KR" sz="1800" b="1" i="0" strike="noStrike" dirty="0">
                  <a:solidFill>
                    <a:srgbClr val="363D62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클릭</a:t>
              </a:r>
              <a:r>
                <a:rPr lang="en-US" sz="1800" b="1" i="0" strike="noStrike" dirty="0">
                  <a:solidFill>
                    <a:srgbClr val="363D62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 → </a:t>
              </a:r>
              <a:r>
                <a:rPr lang="ko-KR" sz="1800" b="1" i="0" strike="noStrike" dirty="0">
                  <a:solidFill>
                    <a:srgbClr val="363D62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효과</a:t>
              </a:r>
              <a:r>
                <a:rPr lang="en-US" sz="1800" b="1" i="0" strike="noStrike" dirty="0">
                  <a:solidFill>
                    <a:srgbClr val="363D62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 </a:t>
              </a:r>
              <a:r>
                <a:rPr lang="ko-KR" sz="1800" b="1" i="0" strike="noStrike" dirty="0">
                  <a:solidFill>
                    <a:srgbClr val="363D62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출력</a:t>
              </a:r>
              <a:r>
                <a:rPr lang="en-US" sz="1800" b="1" i="0" strike="noStrike" dirty="0">
                  <a:solidFill>
                    <a:srgbClr val="363D62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 → </a:t>
              </a:r>
              <a:r>
                <a:rPr lang="ko-KR" sz="1800" b="1" i="0" strike="noStrike" dirty="0">
                  <a:solidFill>
                    <a:srgbClr val="363D62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씬</a:t>
              </a:r>
              <a:r>
                <a:rPr lang="en-US" sz="1800" b="1" i="0" strike="noStrike" dirty="0">
                  <a:solidFill>
                    <a:srgbClr val="363D62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 </a:t>
              </a:r>
              <a:r>
                <a:rPr lang="ko-KR" sz="1800" b="1" i="0" strike="noStrike" dirty="0">
                  <a:solidFill>
                    <a:srgbClr val="363D62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전환까지</a:t>
              </a:r>
              <a:r>
                <a:rPr lang="en-US" sz="1800" b="1" i="0" strike="noStrike" dirty="0">
                  <a:solidFill>
                    <a:srgbClr val="363D62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 </a:t>
              </a:r>
              <a:r>
                <a:rPr lang="ko-KR" sz="1800" b="1" i="0" strike="noStrike" dirty="0">
                  <a:solidFill>
                    <a:srgbClr val="363D62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통합</a:t>
              </a:r>
              <a:r>
                <a:rPr lang="en-US" sz="1800" b="1" i="0" strike="noStrike" dirty="0">
                  <a:solidFill>
                    <a:srgbClr val="363D62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 </a:t>
              </a:r>
              <a:r>
                <a:rPr lang="ko-KR" sz="1800" b="1" i="0" strike="noStrike" dirty="0">
                  <a:solidFill>
                    <a:srgbClr val="363D62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설계</a:t>
              </a:r>
            </a:p>
          </p:txBody>
        </p:sp>
      </p:grpSp>
      <p:grpSp>
        <p:nvGrpSpPr>
          <p:cNvPr id="47" name="그룹 46"/>
          <p:cNvGrpSpPr/>
          <p:nvPr/>
        </p:nvGrpSpPr>
        <p:grpSpPr>
          <a:xfrm>
            <a:off x="7239000" y="2444554"/>
            <a:ext cx="9829801" cy="3820322"/>
            <a:chOff x="7425618" y="2444554"/>
            <a:chExt cx="9645812" cy="3575811"/>
          </a:xfrm>
        </p:grpSpPr>
        <p:grpSp>
          <p:nvGrpSpPr>
            <p:cNvPr id="8" name="그룹 7"/>
            <p:cNvGrpSpPr/>
            <p:nvPr/>
          </p:nvGrpSpPr>
          <p:grpSpPr>
            <a:xfrm>
              <a:off x="11775197" y="3784796"/>
              <a:ext cx="5296233" cy="2235569"/>
              <a:chOff x="12001398" y="1498600"/>
              <a:chExt cx="5533006" cy="2513244"/>
            </a:xfrm>
          </p:grpSpPr>
          <p:pic>
            <p:nvPicPr>
              <p:cNvPr id="22" name="Picture 22"/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2001398" y="1814744"/>
                <a:ext cx="5533006" cy="2197100"/>
              </a:xfrm>
              <a:prstGeom prst="rect">
                <a:avLst/>
              </a:prstGeom>
            </p:spPr>
          </p:pic>
          <p:sp>
            <p:nvSpPr>
              <p:cNvPr id="32" name="TextBox 32"/>
              <p:cNvSpPr txBox="1"/>
              <p:nvPr/>
            </p:nvSpPr>
            <p:spPr>
              <a:xfrm>
                <a:off x="12039600" y="1498600"/>
                <a:ext cx="3340100" cy="266700"/>
              </a:xfrm>
              <a:prstGeom prst="rect">
                <a:avLst/>
              </a:prstGeom>
            </p:spPr>
            <p:txBody>
              <a:bodyPr lIns="0" tIns="0" rIns="0" bIns="0" rtlCol="0" anchor="ctr"/>
              <a:lstStyle/>
              <a:p>
                <a:pPr lvl="0" algn="l">
                  <a:lnSpc>
                    <a:spcPct val="99600"/>
                  </a:lnSpc>
                </a:pPr>
                <a:r>
                  <a:rPr lang="en-US" sz="1500" b="1" i="0" u="none" strike="noStrike" dirty="0">
                    <a:solidFill>
                      <a:srgbClr val="363D62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UI_Base - </a:t>
                </a:r>
                <a:r>
                  <a:rPr lang="ko-KR" sz="1500" b="1" i="0" u="none" strike="noStrike" dirty="0">
                    <a:solidFill>
                      <a:srgbClr val="363D62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모든</a:t>
                </a:r>
                <a:r>
                  <a:rPr lang="en-US" sz="1500" b="1" i="0" u="none" strike="noStrike" dirty="0">
                    <a:solidFill>
                      <a:srgbClr val="363D62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 UI</a:t>
                </a:r>
                <a:r>
                  <a:rPr lang="ko-KR" sz="1500" b="1" i="0" u="none" strike="noStrike" dirty="0">
                    <a:solidFill>
                      <a:srgbClr val="363D62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의</a:t>
                </a:r>
                <a:r>
                  <a:rPr lang="en-US" sz="1500" b="1" i="0" u="none" strike="noStrike" dirty="0">
                    <a:solidFill>
                      <a:srgbClr val="363D62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 </a:t>
                </a:r>
                <a:r>
                  <a:rPr lang="ko-KR" sz="1500" b="1" i="0" u="none" strike="noStrike" dirty="0">
                    <a:solidFill>
                      <a:srgbClr val="363D62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공통</a:t>
                </a:r>
                <a:r>
                  <a:rPr lang="en-US" sz="1500" b="1" i="0" u="none" strike="noStrike" dirty="0">
                    <a:solidFill>
                      <a:srgbClr val="363D62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 </a:t>
                </a:r>
                <a:r>
                  <a:rPr lang="ko-KR" sz="1500" b="1" i="0" u="none" strike="noStrike" dirty="0">
                    <a:solidFill>
                      <a:srgbClr val="363D62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캔버스</a:t>
                </a:r>
                <a:r>
                  <a:rPr lang="en-US" sz="1500" b="1" i="0" u="none" strike="noStrike" dirty="0">
                    <a:solidFill>
                      <a:srgbClr val="363D62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 </a:t>
                </a:r>
                <a:r>
                  <a:rPr lang="ko-KR" sz="1500" b="1" i="0" u="none" strike="noStrike" dirty="0">
                    <a:solidFill>
                      <a:srgbClr val="363D62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설정</a:t>
                </a:r>
              </a:p>
            </p:txBody>
          </p:sp>
        </p:grpSp>
        <p:grpSp>
          <p:nvGrpSpPr>
            <p:cNvPr id="42" name="그룹 41"/>
            <p:cNvGrpSpPr/>
            <p:nvPr/>
          </p:nvGrpSpPr>
          <p:grpSpPr>
            <a:xfrm>
              <a:off x="7438318" y="3784796"/>
              <a:ext cx="3800762" cy="1584708"/>
              <a:chOff x="7683500" y="6794500"/>
              <a:chExt cx="3925057" cy="1991746"/>
            </a:xfrm>
          </p:grpSpPr>
          <p:pic>
            <p:nvPicPr>
              <p:cNvPr id="23" name="Picture 23"/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7683501" y="7147946"/>
                <a:ext cx="3925056" cy="1638300"/>
              </a:xfrm>
              <a:prstGeom prst="rect">
                <a:avLst/>
              </a:prstGeom>
            </p:spPr>
          </p:pic>
          <p:sp>
            <p:nvSpPr>
              <p:cNvPr id="33" name="TextBox 33"/>
              <p:cNvSpPr txBox="1"/>
              <p:nvPr/>
            </p:nvSpPr>
            <p:spPr>
              <a:xfrm>
                <a:off x="7683500" y="6794500"/>
                <a:ext cx="3340100" cy="266700"/>
              </a:xfrm>
              <a:prstGeom prst="rect">
                <a:avLst/>
              </a:prstGeom>
            </p:spPr>
            <p:txBody>
              <a:bodyPr lIns="0" tIns="0" rIns="0" bIns="0" rtlCol="0" anchor="ctr"/>
              <a:lstStyle/>
              <a:p>
                <a:pPr lvl="0" algn="l">
                  <a:lnSpc>
                    <a:spcPct val="99600"/>
                  </a:lnSpc>
                </a:pPr>
                <a:r>
                  <a:rPr lang="en-US" sz="1500" b="1" i="0" u="none" strike="noStrike" dirty="0">
                    <a:solidFill>
                      <a:srgbClr val="363D62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UI_Boss - </a:t>
                </a:r>
                <a:r>
                  <a:rPr lang="ko-KR" sz="1500" b="1" i="0" u="none" strike="noStrike" dirty="0">
                    <a:solidFill>
                      <a:srgbClr val="363D62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보스</a:t>
                </a:r>
                <a:r>
                  <a:rPr lang="en-US" sz="1500" b="1" i="0" u="none" strike="noStrike" dirty="0">
                    <a:solidFill>
                      <a:srgbClr val="363D62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 </a:t>
                </a:r>
                <a:r>
                  <a:rPr lang="ko-KR" sz="1500" b="1" i="0" u="none" strike="noStrike" dirty="0">
                    <a:solidFill>
                      <a:srgbClr val="363D62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버튼</a:t>
                </a:r>
                <a:r>
                  <a:rPr lang="en-US" sz="1500" b="1" i="0" u="none" strike="noStrike" dirty="0">
                    <a:solidFill>
                      <a:srgbClr val="363D62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 → </a:t>
                </a:r>
                <a:r>
                  <a:rPr lang="ko-KR" sz="1500" b="1" i="0" u="none" strike="noStrike" dirty="0">
                    <a:solidFill>
                      <a:srgbClr val="363D62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씬</a:t>
                </a:r>
                <a:r>
                  <a:rPr lang="en-US" sz="1500" b="1" i="0" u="none" strike="noStrike" dirty="0">
                    <a:solidFill>
                      <a:srgbClr val="363D62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 </a:t>
                </a:r>
                <a:r>
                  <a:rPr lang="ko-KR" sz="1500" b="1" i="0" u="none" strike="noStrike" dirty="0">
                    <a:solidFill>
                      <a:srgbClr val="363D62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전환</a:t>
                </a:r>
              </a:p>
            </p:txBody>
          </p:sp>
        </p:grpSp>
        <p:grpSp>
          <p:nvGrpSpPr>
            <p:cNvPr id="34" name="그룹 33"/>
            <p:cNvGrpSpPr/>
            <p:nvPr/>
          </p:nvGrpSpPr>
          <p:grpSpPr>
            <a:xfrm>
              <a:off x="7425618" y="2444554"/>
              <a:ext cx="5698192" cy="1130300"/>
              <a:chOff x="5854700" y="5359400"/>
              <a:chExt cx="6172200" cy="1130300"/>
            </a:xfrm>
          </p:grpSpPr>
          <p:pic>
            <p:nvPicPr>
              <p:cNvPr id="24" name="Picture 24"/>
              <p:cNvPicPr>
                <a:picLocks noChangeAspect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5854700" y="5626100"/>
                <a:ext cx="6172200" cy="863600"/>
              </a:xfrm>
              <a:prstGeom prst="rect">
                <a:avLst/>
              </a:prstGeom>
            </p:spPr>
          </p:pic>
          <p:sp>
            <p:nvSpPr>
              <p:cNvPr id="38" name="TextBox 38"/>
              <p:cNvSpPr txBox="1"/>
              <p:nvPr/>
            </p:nvSpPr>
            <p:spPr>
              <a:xfrm>
                <a:off x="5867400" y="5359400"/>
                <a:ext cx="3340100" cy="266700"/>
              </a:xfrm>
              <a:prstGeom prst="rect">
                <a:avLst/>
              </a:prstGeom>
            </p:spPr>
            <p:txBody>
              <a:bodyPr lIns="0" tIns="0" rIns="0" bIns="0" rtlCol="0" anchor="ctr"/>
              <a:lstStyle/>
              <a:p>
                <a:pPr lvl="0" algn="l">
                  <a:lnSpc>
                    <a:spcPct val="99600"/>
                  </a:lnSpc>
                </a:pPr>
                <a:r>
                  <a:rPr lang="en-US" sz="1500" b="1" i="0" u="none" strike="noStrike" dirty="0">
                    <a:solidFill>
                      <a:srgbClr val="363D62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UI_Status - </a:t>
                </a:r>
                <a:r>
                  <a:rPr lang="ko-KR" sz="1500" b="1" i="0" u="none" strike="noStrike" dirty="0">
                    <a:solidFill>
                      <a:srgbClr val="363D62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실시간</a:t>
                </a:r>
                <a:r>
                  <a:rPr lang="en-US" sz="1500" b="1" i="0" u="none" strike="noStrike" dirty="0">
                    <a:solidFill>
                      <a:srgbClr val="363D62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 UI </a:t>
                </a:r>
                <a:r>
                  <a:rPr lang="ko-KR" sz="1500" b="1" i="0" u="none" strike="noStrike" dirty="0">
                    <a:solidFill>
                      <a:srgbClr val="363D62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반영</a:t>
                </a:r>
              </a:p>
            </p:txBody>
          </p:sp>
        </p:grpSp>
      </p:grpSp>
      <p:grpSp>
        <p:nvGrpSpPr>
          <p:cNvPr id="11" name="그룹 10"/>
          <p:cNvGrpSpPr/>
          <p:nvPr/>
        </p:nvGrpSpPr>
        <p:grpSpPr>
          <a:xfrm>
            <a:off x="1312208" y="2444554"/>
            <a:ext cx="5393392" cy="4456259"/>
            <a:chOff x="12039600" y="4166055"/>
            <a:chExt cx="5651500" cy="5359170"/>
          </a:xfrm>
        </p:grpSpPr>
        <p:pic>
          <p:nvPicPr>
            <p:cNvPr id="25" name="Picture 25"/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12039600" y="4508725"/>
              <a:ext cx="5651500" cy="5016500"/>
            </a:xfrm>
            <a:prstGeom prst="rect">
              <a:avLst/>
            </a:prstGeom>
          </p:spPr>
        </p:pic>
        <p:sp>
          <p:nvSpPr>
            <p:cNvPr id="39" name="TextBox 39"/>
            <p:cNvSpPr txBox="1"/>
            <p:nvPr/>
          </p:nvSpPr>
          <p:spPr>
            <a:xfrm>
              <a:off x="12057529" y="4166055"/>
              <a:ext cx="3340100" cy="266699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lvl="0" algn="l">
                <a:lnSpc>
                  <a:spcPct val="99600"/>
                </a:lnSpc>
              </a:pPr>
              <a:r>
                <a:rPr lang="en-US" sz="1500" b="1" i="0" u="none" strike="noStrike" dirty="0">
                  <a:solidFill>
                    <a:srgbClr val="363D62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UI_Menu - </a:t>
              </a:r>
              <a:r>
                <a:rPr lang="ko-KR" sz="1500" b="1" i="0" u="none" strike="noStrike" dirty="0">
                  <a:solidFill>
                    <a:srgbClr val="363D62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슬라이딩</a:t>
              </a:r>
              <a:r>
                <a:rPr lang="en-US" sz="1500" b="1" i="0" u="none" strike="noStrike" dirty="0">
                  <a:solidFill>
                    <a:srgbClr val="363D62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 </a:t>
              </a:r>
              <a:r>
                <a:rPr lang="ko-KR" sz="1500" b="1" i="0" u="none" strike="noStrike" dirty="0">
                  <a:solidFill>
                    <a:srgbClr val="363D62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애니메이션</a:t>
              </a:r>
              <a:r>
                <a:rPr lang="en-US" sz="1500" b="1" i="0" u="none" strike="noStrike" dirty="0">
                  <a:solidFill>
                    <a:srgbClr val="363D62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 </a:t>
              </a:r>
              <a:r>
                <a:rPr lang="ko-KR" sz="1500" b="1" i="0" u="none" strike="noStrike" dirty="0">
                  <a:solidFill>
                    <a:srgbClr val="363D62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처리</a:t>
              </a:r>
            </a:p>
          </p:txBody>
        </p:sp>
      </p:grpSp>
      <p:sp>
        <p:nvSpPr>
          <p:cNvPr id="50" name="TextBox 3"/>
          <p:cNvSpPr txBox="1"/>
          <p:nvPr/>
        </p:nvSpPr>
        <p:spPr>
          <a:xfrm>
            <a:off x="1308100" y="215898"/>
            <a:ext cx="407035" cy="229235"/>
          </a:xfrm>
          <a:prstGeom prst="rect">
            <a:avLst/>
          </a:prstGeom>
        </p:spPr>
        <p:txBody>
          <a:bodyPr vert="horz" wrap="square" lIns="0" tIns="0" rIns="0" bIns="0" numCol="1" anchor="ctr">
            <a:noAutofit/>
          </a:bodyPr>
          <a:lstStyle/>
          <a:p>
            <a:pPr marL="0" indent="0" algn="ctr">
              <a:lnSpc>
                <a:spcPct val="99600"/>
              </a:lnSpc>
              <a:buFontTx/>
              <a:buNone/>
            </a:pPr>
            <a:r>
              <a:rPr lang="en-US" sz="2000" b="0" i="0" strike="noStrike" dirty="0" smtClean="0">
                <a:solidFill>
                  <a:srgbClr val="363D62"/>
                </a:solidFill>
                <a:latin typeface="Pretendard Black" panose="02000A03000000020004" pitchFamily="2" charset="-127"/>
                <a:ea typeface="Pretendard Black" panose="02000A03000000020004" pitchFamily="2" charset="-127"/>
                <a:cs typeface="Pretendard Black" panose="02000A03000000020004" pitchFamily="2" charset="-127"/>
              </a:rPr>
              <a:t>03</a:t>
            </a:r>
            <a:endParaRPr lang="ko-KR" altLang="en-US" sz="2000" b="0" i="0" strike="noStrike" dirty="0">
              <a:solidFill>
                <a:srgbClr val="363D62"/>
              </a:solidFill>
              <a:latin typeface="Pretendard Black" panose="02000A03000000020004" pitchFamily="2" charset="-127"/>
              <a:ea typeface="Pretendard Black" panose="02000A03000000020004" pitchFamily="2" charset="-127"/>
              <a:cs typeface="Pretendard Black" panose="02000A03000000020004" pitchFamily="2" charset="-127"/>
            </a:endParaRPr>
          </a:p>
        </p:txBody>
      </p:sp>
      <p:sp>
        <p:nvSpPr>
          <p:cNvPr id="51" name="TextBox 7"/>
          <p:cNvSpPr txBox="1">
            <a:spLocks/>
          </p:cNvSpPr>
          <p:nvPr/>
        </p:nvSpPr>
        <p:spPr>
          <a:xfrm>
            <a:off x="7426325" y="25400"/>
            <a:ext cx="3473450" cy="622300"/>
          </a:xfrm>
          <a:prstGeom prst="rect">
            <a:avLst/>
          </a:prstGeom>
        </p:spPr>
        <p:txBody>
          <a:bodyPr vert="horz" wrap="square" lIns="0" tIns="0" rIns="0" bIns="0" numCol="1" anchor="ctr">
            <a:noAutofit/>
          </a:bodyPr>
          <a:lstStyle/>
          <a:p>
            <a:pPr marL="0" indent="0" algn="ctr">
              <a:lnSpc>
                <a:spcPct val="99600"/>
              </a:lnSpc>
              <a:buFontTx/>
              <a:buNone/>
            </a:pPr>
            <a:r>
              <a:rPr lang="ko-KR" altLang="en-US" sz="3000" b="1" i="0" strike="noStrike" dirty="0" smtClean="0">
                <a:solidFill>
                  <a:srgbClr val="363D62"/>
                </a:solidFill>
                <a:latin typeface="Pretendard Black" panose="02000A03000000020004" pitchFamily="2" charset="-127"/>
                <a:ea typeface="Pretendard Black" panose="02000A03000000020004" pitchFamily="2" charset="-127"/>
                <a:cs typeface="Pretendard Black" panose="02000A03000000020004" pitchFamily="2" charset="-127"/>
              </a:rPr>
              <a:t>기능 구현</a:t>
            </a:r>
            <a:endParaRPr lang="ko-KR" altLang="en-US" sz="3000" b="1" i="0" strike="noStrike" dirty="0">
              <a:solidFill>
                <a:srgbClr val="363D62"/>
              </a:solidFill>
              <a:latin typeface="Pretendard Black" panose="02000A03000000020004" pitchFamily="2" charset="-127"/>
              <a:ea typeface="Pretendard Black" panose="02000A03000000020004" pitchFamily="2" charset="-127"/>
              <a:cs typeface="Pretendard Black" panose="02000A03000000020004" pitchFamily="2" charset="-127"/>
            </a:endParaRPr>
          </a:p>
        </p:txBody>
      </p:sp>
      <p:sp>
        <p:nvSpPr>
          <p:cNvPr id="52" name="TextBox 12"/>
          <p:cNvSpPr txBox="1"/>
          <p:nvPr/>
        </p:nvSpPr>
        <p:spPr>
          <a:xfrm>
            <a:off x="1302049" y="1142999"/>
            <a:ext cx="6299835" cy="826135"/>
          </a:xfrm>
          <a:prstGeom prst="rect">
            <a:avLst/>
          </a:prstGeom>
        </p:spPr>
        <p:txBody>
          <a:bodyPr vert="horz" wrap="square" lIns="0" tIns="0" rIns="0" bIns="0" numCol="1" anchor="t">
            <a:noAutofit/>
          </a:bodyPr>
          <a:lstStyle/>
          <a:p>
            <a:pPr>
              <a:lnSpc>
                <a:spcPct val="99600"/>
              </a:lnSpc>
            </a:pPr>
            <a:r>
              <a:rPr lang="en-US" altLang="ko-KR" sz="4600" dirty="0">
                <a:solidFill>
                  <a:srgbClr val="363D62"/>
                </a:solidFill>
                <a:latin typeface="Pretendard Black" panose="02000A03000000020004" pitchFamily="2" charset="-127"/>
                <a:ea typeface="Pretendard Black" panose="02000A03000000020004" pitchFamily="2" charset="-127"/>
                <a:cs typeface="Pretendard Black" panose="02000A03000000020004" pitchFamily="2" charset="-127"/>
              </a:rPr>
              <a:t>UI </a:t>
            </a:r>
            <a:r>
              <a:rPr lang="ko-KR" altLang="ko-KR" sz="4600" dirty="0">
                <a:solidFill>
                  <a:srgbClr val="363D62"/>
                </a:solidFill>
                <a:latin typeface="Pretendard Black" panose="02000A03000000020004" pitchFamily="2" charset="-127"/>
                <a:ea typeface="Pretendard Black" panose="02000A03000000020004" pitchFamily="2" charset="-127"/>
                <a:cs typeface="Pretendard Black" panose="02000A03000000020004" pitchFamily="2" charset="-127"/>
              </a:rPr>
              <a:t>시스템</a:t>
            </a:r>
            <a:r>
              <a:rPr lang="en-US" altLang="ko-KR" sz="4600" dirty="0">
                <a:solidFill>
                  <a:srgbClr val="363D62"/>
                </a:solidFill>
                <a:latin typeface="Pretendard Black" panose="02000A03000000020004" pitchFamily="2" charset="-127"/>
                <a:ea typeface="Pretendard Black" panose="02000A03000000020004" pitchFamily="2" charset="-127"/>
                <a:cs typeface="Pretendard Black" panose="02000A03000000020004" pitchFamily="2" charset="-127"/>
              </a:rPr>
              <a:t> </a:t>
            </a:r>
            <a:r>
              <a:rPr lang="ko-KR" altLang="ko-KR" sz="4600" dirty="0">
                <a:solidFill>
                  <a:srgbClr val="363D62"/>
                </a:solidFill>
                <a:latin typeface="Pretendard Black" panose="02000A03000000020004" pitchFamily="2" charset="-127"/>
                <a:ea typeface="Pretendard Black" panose="02000A03000000020004" pitchFamily="2" charset="-127"/>
                <a:cs typeface="Pretendard Black" panose="02000A03000000020004" pitchFamily="2" charset="-127"/>
              </a:rPr>
              <a:t>설계</a:t>
            </a:r>
            <a:r>
              <a:rPr lang="en-US" altLang="ko-KR" sz="4600" dirty="0">
                <a:solidFill>
                  <a:srgbClr val="363D62"/>
                </a:solidFill>
                <a:latin typeface="Pretendard Black" panose="02000A03000000020004" pitchFamily="2" charset="-127"/>
                <a:ea typeface="Pretendard Black" panose="02000A03000000020004" pitchFamily="2" charset="-127"/>
                <a:cs typeface="Pretendard Black" panose="02000A03000000020004" pitchFamily="2" charset="-127"/>
              </a:rPr>
              <a:t> </a:t>
            </a:r>
            <a:r>
              <a:rPr lang="ko-KR" altLang="ko-KR" sz="4600" dirty="0">
                <a:solidFill>
                  <a:srgbClr val="363D62"/>
                </a:solidFill>
                <a:latin typeface="Pretendard Black" panose="02000A03000000020004" pitchFamily="2" charset="-127"/>
                <a:ea typeface="Pretendard Black" panose="02000A03000000020004" pitchFamily="2" charset="-127"/>
                <a:cs typeface="Pretendard Black" panose="02000A03000000020004" pitchFamily="2" charset="-127"/>
              </a:rPr>
              <a:t>구조</a:t>
            </a:r>
            <a:endParaRPr lang="ko-KR" altLang="en-US" sz="4600" dirty="0">
              <a:solidFill>
                <a:srgbClr val="363D62"/>
              </a:solidFill>
              <a:latin typeface="Pretendard Black" panose="02000A03000000020004" pitchFamily="2" charset="-127"/>
              <a:ea typeface="Pretendard Black" panose="02000A03000000020004" pitchFamily="2" charset="-127"/>
              <a:cs typeface="Pretendard Black" panose="02000A03000000020004" pitchFamily="2" charset="-127"/>
            </a:endParaRPr>
          </a:p>
        </p:txBody>
      </p:sp>
      <p:sp>
        <p:nvSpPr>
          <p:cNvPr id="53" name="TextBox 13"/>
          <p:cNvSpPr txBox="1"/>
          <p:nvPr/>
        </p:nvSpPr>
        <p:spPr>
          <a:xfrm>
            <a:off x="1302049" y="1815465"/>
            <a:ext cx="6236335" cy="356235"/>
          </a:xfrm>
          <a:prstGeom prst="rect">
            <a:avLst/>
          </a:prstGeom>
        </p:spPr>
        <p:txBody>
          <a:bodyPr vert="horz" wrap="square" lIns="0" tIns="0" rIns="0" bIns="0" numCol="1" anchor="t">
            <a:noAutofit/>
          </a:bodyPr>
          <a:lstStyle/>
          <a:p>
            <a:pPr>
              <a:lnSpc>
                <a:spcPct val="99600"/>
              </a:lnSpc>
            </a:pPr>
            <a:r>
              <a:rPr lang="ko-KR" altLang="ko-KR" sz="2000" b="1" dirty="0">
                <a:solidFill>
                  <a:srgbClr val="363D6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공통</a:t>
            </a:r>
            <a:r>
              <a:rPr lang="en-US" altLang="ko-KR" sz="2000" b="1" dirty="0">
                <a:solidFill>
                  <a:srgbClr val="363D6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Canvas </a:t>
            </a:r>
            <a:r>
              <a:rPr lang="ko-KR" altLang="ko-KR" sz="2000" b="1" dirty="0">
                <a:solidFill>
                  <a:srgbClr val="363D6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기반</a:t>
            </a:r>
            <a:r>
              <a:rPr lang="en-US" altLang="ko-KR" sz="2000" b="1" dirty="0">
                <a:solidFill>
                  <a:srgbClr val="363D6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, </a:t>
            </a:r>
            <a:r>
              <a:rPr lang="ko-KR" altLang="ko-KR" sz="2000" b="1" dirty="0" err="1">
                <a:solidFill>
                  <a:srgbClr val="363D6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모듈형</a:t>
            </a:r>
            <a:r>
              <a:rPr lang="en-US" altLang="ko-KR" sz="2000" b="1" dirty="0">
                <a:solidFill>
                  <a:srgbClr val="363D6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UI </a:t>
            </a:r>
            <a:r>
              <a:rPr lang="ko-KR" altLang="ko-KR" sz="2000" b="1" dirty="0">
                <a:solidFill>
                  <a:srgbClr val="363D6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구성</a:t>
            </a:r>
            <a:r>
              <a:rPr lang="en-US" altLang="ko-KR" sz="2000" b="1" dirty="0">
                <a:solidFill>
                  <a:srgbClr val="363D6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ko-KR" sz="2000" b="1" dirty="0">
                <a:solidFill>
                  <a:srgbClr val="363D6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및</a:t>
            </a:r>
            <a:r>
              <a:rPr lang="en-US" altLang="ko-KR" sz="2000" b="1" dirty="0">
                <a:solidFill>
                  <a:srgbClr val="363D6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ko-KR" sz="2000" b="1" dirty="0">
                <a:solidFill>
                  <a:srgbClr val="363D6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상태</a:t>
            </a:r>
            <a:r>
              <a:rPr lang="en-US" altLang="ko-KR" sz="2000" b="1" dirty="0">
                <a:solidFill>
                  <a:srgbClr val="363D6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ko-KR" sz="2000" b="1" dirty="0">
                <a:solidFill>
                  <a:srgbClr val="363D6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연동</a:t>
            </a:r>
            <a:r>
              <a:rPr lang="en-US" altLang="ko-KR" sz="2000" b="1" dirty="0">
                <a:solidFill>
                  <a:srgbClr val="363D6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ko-KR" sz="2000" b="1" dirty="0">
                <a:solidFill>
                  <a:srgbClr val="363D6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설계</a:t>
            </a:r>
            <a:endParaRPr lang="ko-KR" altLang="en-US" sz="2000" b="1" dirty="0">
              <a:solidFill>
                <a:srgbClr val="363D62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US" smtClean="0"/>
              <a:t>Luna ON PortFolio </a:t>
            </a:r>
            <a:fld id="{B6F15528-21DE-4FAA-801E-634DDDAF4B2B}" type="slidenum">
              <a:rPr lang="en-US" smtClean="0">
                <a:latin typeface="Pretendard Black" panose="02000A03000000020004" pitchFamily="2" charset="-127"/>
                <a:ea typeface="Pretendard Black" panose="02000A03000000020004" pitchFamily="2" charset="-127"/>
                <a:cs typeface="Pretendard Black" panose="02000A03000000020004" pitchFamily="2" charset="-127"/>
              </a:rPr>
              <a:pPr/>
              <a:t>13</a:t>
            </a:fld>
            <a:endParaRPr lang="en-US" dirty="0">
              <a:latin typeface="Pretendard Black" panose="02000A03000000020004" pitchFamily="2" charset="-127"/>
              <a:ea typeface="Pretendard Black" panose="02000A03000000020004" pitchFamily="2" charset="-127"/>
              <a:cs typeface="Pretendard Black" panose="02000A03000000020004" pitchFamily="2" charset="-127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4"/>
          <p:cNvPicPr>
            <a:picLocks noChangeAspect="1"/>
          </p:cNvPicPr>
          <p:nvPr/>
        </p:nvPicPr>
        <p:blipFill>
          <a:blip r:embed="rId2">
            <a:alphaModFix amt="50000"/>
          </a:blip>
          <a:stretch>
            <a:fillRect/>
          </a:stretch>
        </p:blipFill>
        <p:spPr>
          <a:xfrm rot="-10800000">
            <a:off x="-558800" y="647700"/>
            <a:ext cx="19443700" cy="635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22399" y="2577938"/>
            <a:ext cx="6715885" cy="3755119"/>
          </a:xfrm>
          <a:prstGeom prst="rect">
            <a:avLst/>
          </a:prstGeom>
        </p:spPr>
      </p:pic>
      <p:sp>
        <p:nvSpPr>
          <p:cNvPr id="13" name="TextBox 13"/>
          <p:cNvSpPr txBox="1"/>
          <p:nvPr/>
        </p:nvSpPr>
        <p:spPr>
          <a:xfrm>
            <a:off x="990600" y="6693815"/>
            <a:ext cx="15925483" cy="2807335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50000"/>
              </a:lnSpc>
            </a:pPr>
            <a:r>
              <a:rPr lang="en-US" sz="2400" b="1" i="0" u="none" strike="noStrike" dirty="0">
                <a:solidFill>
                  <a:srgbClr val="363D6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PlayerController</a:t>
            </a:r>
            <a:r>
              <a:rPr lang="ko-KR" sz="2400" b="1" i="0" u="none" strike="noStrike" dirty="0">
                <a:solidFill>
                  <a:srgbClr val="363D6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는</a:t>
            </a:r>
            <a:r>
              <a:rPr lang="en-US" sz="2400" b="1" i="0" u="none" strike="noStrike" dirty="0">
                <a:solidFill>
                  <a:srgbClr val="363D6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sz="2400" b="1" i="0" u="none" strike="noStrike" dirty="0">
                <a:solidFill>
                  <a:srgbClr val="363D6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이동</a:t>
            </a:r>
            <a:r>
              <a:rPr lang="en-US" sz="2400" b="1" i="0" u="none" strike="noStrike" dirty="0">
                <a:solidFill>
                  <a:srgbClr val="363D6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/</a:t>
            </a:r>
            <a:r>
              <a:rPr lang="ko-KR" sz="2400" b="1" i="0" u="none" strike="noStrike" dirty="0">
                <a:solidFill>
                  <a:srgbClr val="363D6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점프</a:t>
            </a:r>
            <a:r>
              <a:rPr lang="en-US" sz="2400" b="1" i="0" u="none" strike="noStrike" dirty="0">
                <a:solidFill>
                  <a:srgbClr val="363D6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/</a:t>
            </a:r>
            <a:r>
              <a:rPr lang="ko-KR" sz="2400" b="1" i="0" u="none" strike="noStrike" dirty="0">
                <a:solidFill>
                  <a:srgbClr val="363D6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공격</a:t>
            </a:r>
            <a:r>
              <a:rPr lang="en-US" sz="2400" b="1" i="0" u="none" strike="noStrike" dirty="0">
                <a:solidFill>
                  <a:srgbClr val="363D6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/</a:t>
            </a:r>
            <a:r>
              <a:rPr lang="ko-KR" sz="2400" b="1" i="0" u="none" strike="noStrike" dirty="0">
                <a:solidFill>
                  <a:srgbClr val="363D6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피격</a:t>
            </a:r>
            <a:r>
              <a:rPr lang="en-US" sz="2400" b="1" i="0" u="none" strike="noStrike" dirty="0">
                <a:solidFill>
                  <a:srgbClr val="363D6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/</a:t>
            </a:r>
            <a:r>
              <a:rPr lang="ko-KR" sz="2400" b="1" i="0" u="none" strike="noStrike" dirty="0">
                <a:solidFill>
                  <a:srgbClr val="363D6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사망</a:t>
            </a:r>
            <a:r>
              <a:rPr lang="en-US" sz="2400" b="1" i="0" u="none" strike="noStrike" dirty="0">
                <a:solidFill>
                  <a:srgbClr val="363D6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sz="2400" b="1" i="0" u="none" strike="noStrike" dirty="0" smtClean="0">
                <a:solidFill>
                  <a:srgbClr val="363D6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등</a:t>
            </a:r>
            <a:r>
              <a:rPr lang="en-US" altLang="ko-KR" sz="2400" b="1" i="0" u="none" strike="noStrike" dirty="0" smtClean="0">
                <a:solidFill>
                  <a:srgbClr val="363D6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sz="2400" b="1" i="0" u="none" strike="noStrike" dirty="0" smtClean="0">
                <a:solidFill>
                  <a:srgbClr val="363D6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모든</a:t>
            </a:r>
            <a:r>
              <a:rPr lang="en-US" sz="2400" b="1" i="0" u="none" strike="noStrike" dirty="0" smtClean="0">
                <a:solidFill>
                  <a:srgbClr val="363D6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sz="2400" b="1" i="0" u="none" strike="noStrike" dirty="0">
                <a:solidFill>
                  <a:srgbClr val="363D6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액션을</a:t>
            </a:r>
            <a:r>
              <a:rPr lang="en-US" sz="2400" b="1" i="0" u="none" strike="noStrike" dirty="0">
                <a:solidFill>
                  <a:srgbClr val="363D6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sz="2400" b="1" i="0" u="none" strike="noStrike" dirty="0">
                <a:solidFill>
                  <a:srgbClr val="363D6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제어하며</a:t>
            </a:r>
            <a:r>
              <a:rPr lang="en-US" sz="2400" b="1" i="0" u="none" strike="noStrike" dirty="0" smtClean="0">
                <a:solidFill>
                  <a:srgbClr val="363D6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,</a:t>
            </a:r>
            <a:br>
              <a:rPr lang="en-US" sz="2400" b="1" i="0" u="none" strike="noStrike" dirty="0" smtClean="0">
                <a:solidFill>
                  <a:srgbClr val="363D6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</a:br>
            <a:r>
              <a:rPr lang="ko-KR" sz="2400" b="1" i="0" u="none" strike="noStrike" dirty="0" smtClean="0">
                <a:solidFill>
                  <a:srgbClr val="363D6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공격</a:t>
            </a:r>
            <a:r>
              <a:rPr lang="en-US" sz="2400" b="1" i="0" u="none" strike="noStrike" dirty="0" smtClean="0">
                <a:solidFill>
                  <a:srgbClr val="363D6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sz="2400" b="1" i="0" u="none" strike="noStrike" dirty="0">
                <a:solidFill>
                  <a:srgbClr val="363D6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</a:t>
            </a:r>
            <a:r>
              <a:rPr lang="en-US" sz="2400" b="1" i="0" u="none" strike="noStrike" dirty="0">
                <a:solidFill>
                  <a:srgbClr val="363D6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WeaponHitbox</a:t>
            </a:r>
            <a:r>
              <a:rPr lang="ko-KR" sz="2400" b="1" i="0" u="none" strike="noStrike" dirty="0" smtClean="0">
                <a:solidFill>
                  <a:srgbClr val="363D6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가</a:t>
            </a:r>
            <a:r>
              <a:rPr lang="en-US" altLang="ko-KR" sz="2400" b="1" i="0" u="none" strike="noStrike" dirty="0" smtClean="0">
                <a:solidFill>
                  <a:srgbClr val="363D6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sz="2400" b="1" i="0" u="none" strike="noStrike" dirty="0" smtClean="0">
                <a:solidFill>
                  <a:srgbClr val="363D6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활성화되어</a:t>
            </a:r>
            <a:r>
              <a:rPr lang="en-US" sz="2400" b="1" i="0" u="none" strike="noStrike" dirty="0" smtClean="0">
                <a:solidFill>
                  <a:srgbClr val="363D6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sz="2400" b="1" i="0" u="none" strike="noStrike" dirty="0" smtClean="0">
                <a:solidFill>
                  <a:srgbClr val="363D6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적의</a:t>
            </a:r>
            <a:r>
              <a:rPr lang="en-US" altLang="ko-KR" sz="2400" b="1" i="0" u="none" strike="noStrike" dirty="0" smtClean="0">
                <a:solidFill>
                  <a:srgbClr val="363D6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sz="2400" b="1" i="0" u="none" strike="noStrike" dirty="0" smtClean="0">
                <a:solidFill>
                  <a:srgbClr val="363D6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IDamageable </a:t>
            </a:r>
            <a:r>
              <a:rPr lang="ko-KR" sz="2400" b="1" i="0" u="none" strike="noStrike" dirty="0">
                <a:solidFill>
                  <a:srgbClr val="363D6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인터페이스로</a:t>
            </a:r>
            <a:r>
              <a:rPr lang="en-US" sz="2400" b="1" i="0" u="none" strike="noStrike" dirty="0">
                <a:solidFill>
                  <a:srgbClr val="363D6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sz="2400" b="1" i="0" u="none" strike="noStrike" dirty="0">
                <a:solidFill>
                  <a:srgbClr val="363D6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피해를</a:t>
            </a:r>
            <a:r>
              <a:rPr lang="en-US" sz="2400" b="1" i="0" u="none" strike="noStrike" dirty="0">
                <a:solidFill>
                  <a:srgbClr val="363D6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sz="2400" b="1" i="0" u="none" strike="noStrike" dirty="0">
                <a:solidFill>
                  <a:srgbClr val="363D6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전달합니다</a:t>
            </a:r>
            <a:r>
              <a:rPr lang="en-US" sz="2400" b="1" i="0" u="none" strike="noStrike" dirty="0" smtClean="0">
                <a:solidFill>
                  <a:srgbClr val="363D6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.</a:t>
            </a:r>
          </a:p>
          <a:p>
            <a:pPr lvl="0" algn="ctr">
              <a:lnSpc>
                <a:spcPct val="150000"/>
              </a:lnSpc>
            </a:pPr>
            <a:endParaRPr lang="en-US" sz="2400" b="1" i="0" u="none" strike="noStrike" dirty="0">
              <a:solidFill>
                <a:srgbClr val="363D62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lvl="0" algn="ctr">
              <a:lnSpc>
                <a:spcPct val="150000"/>
              </a:lnSpc>
            </a:pPr>
            <a:r>
              <a:rPr lang="ko-KR" sz="2400" b="1" i="0" u="none" strike="noStrike" dirty="0">
                <a:solidFill>
                  <a:srgbClr val="363D6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애니메이션</a:t>
            </a:r>
            <a:r>
              <a:rPr lang="en-US" sz="2400" b="1" i="0" u="none" strike="noStrike" dirty="0">
                <a:solidFill>
                  <a:srgbClr val="363D6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sz="2400" b="1" i="0" u="none" strike="noStrike" dirty="0">
                <a:solidFill>
                  <a:srgbClr val="363D6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상태는</a:t>
            </a:r>
            <a:r>
              <a:rPr lang="en-US" sz="2400" b="1" i="0" u="none" strike="noStrike" dirty="0">
                <a:solidFill>
                  <a:srgbClr val="363D6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PlayerStateMachineBehavior</a:t>
            </a:r>
            <a:r>
              <a:rPr lang="ko-KR" sz="2400" b="1" i="0" u="none" strike="noStrike" dirty="0">
                <a:solidFill>
                  <a:srgbClr val="363D6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로</a:t>
            </a:r>
            <a:r>
              <a:rPr lang="en-US" sz="2400" b="1" i="0" u="none" strike="noStrike" dirty="0">
                <a:solidFill>
                  <a:srgbClr val="363D6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sz="2400" b="1" i="0" u="none" strike="noStrike" dirty="0">
                <a:solidFill>
                  <a:srgbClr val="363D6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관리되어</a:t>
            </a:r>
            <a:r>
              <a:rPr lang="en-US" sz="2400" b="1" i="0" u="none" strike="noStrike" dirty="0" smtClean="0">
                <a:solidFill>
                  <a:srgbClr val="363D6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,</a:t>
            </a:r>
            <a:br>
              <a:rPr lang="en-US" sz="2400" b="1" i="0" u="none" strike="noStrike" dirty="0" smtClean="0">
                <a:solidFill>
                  <a:srgbClr val="363D6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</a:br>
            <a:r>
              <a:rPr lang="ko-KR" sz="2400" b="1" i="0" u="none" strike="noStrike" dirty="0" smtClean="0">
                <a:solidFill>
                  <a:srgbClr val="363D6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콤보</a:t>
            </a:r>
            <a:r>
              <a:rPr lang="en-US" sz="2400" b="1" i="0" u="none" strike="noStrike" dirty="0" smtClean="0">
                <a:solidFill>
                  <a:srgbClr val="363D6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sz="2400" b="1" i="0" u="none" strike="noStrike" dirty="0">
                <a:solidFill>
                  <a:srgbClr val="363D6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공격</a:t>
            </a:r>
            <a:r>
              <a:rPr lang="en-US" sz="2400" b="1" i="0" u="none" strike="noStrike" dirty="0">
                <a:solidFill>
                  <a:srgbClr val="363D6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sz="2400" b="1" i="0" u="none" strike="noStrike" dirty="0">
                <a:solidFill>
                  <a:srgbClr val="363D6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흐름과</a:t>
            </a:r>
            <a:r>
              <a:rPr lang="en-US" sz="2400" b="1" i="0" u="none" strike="noStrike" dirty="0">
                <a:solidFill>
                  <a:srgbClr val="363D6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sz="2400" b="1" i="0" u="none" strike="noStrike" dirty="0">
                <a:solidFill>
                  <a:srgbClr val="363D6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무기</a:t>
            </a:r>
            <a:r>
              <a:rPr lang="en-US" sz="2400" b="1" i="0" u="none" strike="noStrike" dirty="0">
                <a:solidFill>
                  <a:srgbClr val="363D6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sz="2400" b="1" i="0" u="none" strike="noStrike" dirty="0">
                <a:solidFill>
                  <a:srgbClr val="363D6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이펙트</a:t>
            </a:r>
            <a:r>
              <a:rPr lang="en-US" sz="2400" b="1" i="0" u="none" strike="noStrike" dirty="0">
                <a:solidFill>
                  <a:srgbClr val="363D6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sz="2400" b="1" i="0" u="none" strike="noStrike" dirty="0">
                <a:solidFill>
                  <a:srgbClr val="363D6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타이밍이</a:t>
            </a:r>
            <a:r>
              <a:rPr lang="en-US" sz="2400" b="1" i="0" u="none" strike="noStrike" dirty="0">
                <a:solidFill>
                  <a:srgbClr val="363D6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sz="2400" b="1" i="0" u="none" strike="noStrike" dirty="0">
                <a:solidFill>
                  <a:srgbClr val="363D6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정교하게</a:t>
            </a:r>
            <a:r>
              <a:rPr lang="en-US" sz="2400" b="1" i="0" u="none" strike="noStrike" dirty="0">
                <a:solidFill>
                  <a:srgbClr val="363D6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sz="2400" b="1" i="0" u="none" strike="noStrike" dirty="0">
                <a:solidFill>
                  <a:srgbClr val="363D6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동기화됩니다</a:t>
            </a:r>
            <a:r>
              <a:rPr lang="en-US" sz="2400" b="1" i="0" u="none" strike="noStrike" dirty="0">
                <a:solidFill>
                  <a:srgbClr val="363D6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.</a:t>
            </a:r>
          </a:p>
        </p:txBody>
      </p:sp>
      <p:grpSp>
        <p:nvGrpSpPr>
          <p:cNvPr id="21" name="그룹 20"/>
          <p:cNvGrpSpPr/>
          <p:nvPr/>
        </p:nvGrpSpPr>
        <p:grpSpPr>
          <a:xfrm>
            <a:off x="9067800" y="2261235"/>
            <a:ext cx="7467600" cy="4071822"/>
            <a:chOff x="1384300" y="5989731"/>
            <a:chExt cx="6769100" cy="3344769"/>
          </a:xfrm>
        </p:grpSpPr>
        <p:pic>
          <p:nvPicPr>
            <p:cNvPr id="14" name="그림 13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384300" y="6286073"/>
              <a:ext cx="6769100" cy="3048427"/>
            </a:xfrm>
            <a:prstGeom prst="rect">
              <a:avLst/>
            </a:prstGeom>
          </p:spPr>
        </p:pic>
        <p:sp>
          <p:nvSpPr>
            <p:cNvPr id="17" name="TextBox 16"/>
            <p:cNvSpPr txBox="1"/>
            <p:nvPr/>
          </p:nvSpPr>
          <p:spPr>
            <a:xfrm>
              <a:off x="1384300" y="5989731"/>
              <a:ext cx="5241486" cy="26546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500" b="1" dirty="0" smtClean="0">
                  <a:solidFill>
                    <a:srgbClr val="363D62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PlayerStateMachineBehavior.cs – </a:t>
              </a:r>
              <a:r>
                <a:rPr lang="ko-KR" altLang="en-US" sz="1500" b="1" dirty="0" smtClean="0">
                  <a:solidFill>
                    <a:srgbClr val="363D62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플레이어 콤보 공격 </a:t>
              </a:r>
              <a:r>
                <a:rPr lang="ko-KR" altLang="en-US" sz="1500" b="1" dirty="0" err="1" smtClean="0">
                  <a:solidFill>
                    <a:srgbClr val="363D62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상태머신</a:t>
              </a:r>
              <a:r>
                <a:rPr lang="ko-KR" altLang="en-US" sz="1500" b="1" dirty="0" smtClean="0">
                  <a:solidFill>
                    <a:srgbClr val="363D62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 구현</a:t>
              </a:r>
              <a:endParaRPr lang="ko-KR" altLang="en-US" sz="1500" b="1" dirty="0">
                <a:solidFill>
                  <a:srgbClr val="363D6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endParaRPr>
            </a:p>
          </p:txBody>
        </p:sp>
      </p:grpSp>
      <p:sp>
        <p:nvSpPr>
          <p:cNvPr id="19" name="TextBox 3"/>
          <p:cNvSpPr txBox="1"/>
          <p:nvPr/>
        </p:nvSpPr>
        <p:spPr>
          <a:xfrm>
            <a:off x="1308100" y="215898"/>
            <a:ext cx="407035" cy="229235"/>
          </a:xfrm>
          <a:prstGeom prst="rect">
            <a:avLst/>
          </a:prstGeom>
        </p:spPr>
        <p:txBody>
          <a:bodyPr vert="horz" wrap="square" lIns="0" tIns="0" rIns="0" bIns="0" numCol="1" anchor="ctr">
            <a:noAutofit/>
          </a:bodyPr>
          <a:lstStyle/>
          <a:p>
            <a:pPr marL="0" indent="0" algn="ctr">
              <a:lnSpc>
                <a:spcPct val="99600"/>
              </a:lnSpc>
              <a:buFontTx/>
              <a:buNone/>
            </a:pPr>
            <a:r>
              <a:rPr lang="en-US" sz="2000" b="0" i="0" strike="noStrike" dirty="0" smtClean="0">
                <a:solidFill>
                  <a:srgbClr val="363D62"/>
                </a:solidFill>
                <a:latin typeface="Pretendard Black" panose="02000A03000000020004" pitchFamily="2" charset="-127"/>
                <a:ea typeface="Pretendard Black" panose="02000A03000000020004" pitchFamily="2" charset="-127"/>
                <a:cs typeface="Pretendard Black" panose="02000A03000000020004" pitchFamily="2" charset="-127"/>
              </a:rPr>
              <a:t>03</a:t>
            </a:r>
            <a:endParaRPr lang="ko-KR" altLang="en-US" sz="2000" b="0" i="0" strike="noStrike" dirty="0">
              <a:solidFill>
                <a:srgbClr val="363D62"/>
              </a:solidFill>
              <a:latin typeface="Pretendard Black" panose="02000A03000000020004" pitchFamily="2" charset="-127"/>
              <a:ea typeface="Pretendard Black" panose="02000A03000000020004" pitchFamily="2" charset="-127"/>
              <a:cs typeface="Pretendard Black" panose="02000A03000000020004" pitchFamily="2" charset="-127"/>
            </a:endParaRPr>
          </a:p>
        </p:txBody>
      </p:sp>
      <p:sp>
        <p:nvSpPr>
          <p:cNvPr id="20" name="TextBox 7"/>
          <p:cNvSpPr txBox="1">
            <a:spLocks/>
          </p:cNvSpPr>
          <p:nvPr/>
        </p:nvSpPr>
        <p:spPr>
          <a:xfrm>
            <a:off x="7426325" y="25400"/>
            <a:ext cx="3473450" cy="622300"/>
          </a:xfrm>
          <a:prstGeom prst="rect">
            <a:avLst/>
          </a:prstGeom>
        </p:spPr>
        <p:txBody>
          <a:bodyPr vert="horz" wrap="square" lIns="0" tIns="0" rIns="0" bIns="0" numCol="1" anchor="ctr">
            <a:noAutofit/>
          </a:bodyPr>
          <a:lstStyle/>
          <a:p>
            <a:pPr marL="0" indent="0" algn="ctr">
              <a:lnSpc>
                <a:spcPct val="99600"/>
              </a:lnSpc>
              <a:buFontTx/>
              <a:buNone/>
            </a:pPr>
            <a:r>
              <a:rPr lang="ko-KR" altLang="en-US" sz="3000" b="1" i="0" strike="noStrike" dirty="0" smtClean="0">
                <a:solidFill>
                  <a:srgbClr val="363D62"/>
                </a:solidFill>
                <a:latin typeface="Pretendard Black" panose="02000A03000000020004" pitchFamily="2" charset="-127"/>
                <a:ea typeface="Pretendard Black" panose="02000A03000000020004" pitchFamily="2" charset="-127"/>
                <a:cs typeface="Pretendard Black" panose="02000A03000000020004" pitchFamily="2" charset="-127"/>
              </a:rPr>
              <a:t>기능 구현</a:t>
            </a:r>
            <a:endParaRPr lang="ko-KR" altLang="en-US" sz="3000" b="1" i="0" strike="noStrike" dirty="0">
              <a:solidFill>
                <a:srgbClr val="363D62"/>
              </a:solidFill>
              <a:latin typeface="Pretendard Black" panose="02000A03000000020004" pitchFamily="2" charset="-127"/>
              <a:ea typeface="Pretendard Black" panose="02000A03000000020004" pitchFamily="2" charset="-127"/>
              <a:cs typeface="Pretendard Black" panose="02000A03000000020004" pitchFamily="2" charset="-127"/>
            </a:endParaRPr>
          </a:p>
        </p:txBody>
      </p:sp>
      <p:sp>
        <p:nvSpPr>
          <p:cNvPr id="22" name="TextBox 12"/>
          <p:cNvSpPr txBox="1"/>
          <p:nvPr/>
        </p:nvSpPr>
        <p:spPr>
          <a:xfrm>
            <a:off x="1302049" y="1142999"/>
            <a:ext cx="8680151" cy="826135"/>
          </a:xfrm>
          <a:prstGeom prst="rect">
            <a:avLst/>
          </a:prstGeom>
        </p:spPr>
        <p:txBody>
          <a:bodyPr vert="horz" wrap="square" lIns="0" tIns="0" rIns="0" bIns="0" numCol="1" anchor="t">
            <a:noAutofit/>
          </a:bodyPr>
          <a:lstStyle/>
          <a:p>
            <a:pPr>
              <a:lnSpc>
                <a:spcPct val="99600"/>
              </a:lnSpc>
            </a:pPr>
            <a:r>
              <a:rPr lang="en-US" altLang="ko-KR" sz="4600" dirty="0">
                <a:solidFill>
                  <a:srgbClr val="363D62"/>
                </a:solidFill>
                <a:latin typeface="Pretendard Black" panose="02000A03000000020004" pitchFamily="2" charset="-127"/>
                <a:ea typeface="Pretendard Black" panose="02000A03000000020004" pitchFamily="2" charset="-127"/>
                <a:cs typeface="Pretendard Black" panose="02000A03000000020004" pitchFamily="2" charset="-127"/>
              </a:rPr>
              <a:t>Player </a:t>
            </a:r>
            <a:r>
              <a:rPr lang="ko-KR" altLang="ko-KR" sz="4600" dirty="0">
                <a:solidFill>
                  <a:srgbClr val="363D62"/>
                </a:solidFill>
                <a:latin typeface="Pretendard Black" panose="02000A03000000020004" pitchFamily="2" charset="-127"/>
                <a:ea typeface="Pretendard Black" panose="02000A03000000020004" pitchFamily="2" charset="-127"/>
                <a:cs typeface="Pretendard Black" panose="02000A03000000020004" pitchFamily="2" charset="-127"/>
              </a:rPr>
              <a:t>조작</a:t>
            </a:r>
            <a:r>
              <a:rPr lang="en-US" altLang="ko-KR" sz="4600" dirty="0">
                <a:solidFill>
                  <a:srgbClr val="363D62"/>
                </a:solidFill>
                <a:latin typeface="Pretendard Black" panose="02000A03000000020004" pitchFamily="2" charset="-127"/>
                <a:ea typeface="Pretendard Black" panose="02000A03000000020004" pitchFamily="2" charset="-127"/>
                <a:cs typeface="Pretendard Black" panose="02000A03000000020004" pitchFamily="2" charset="-127"/>
              </a:rPr>
              <a:t> </a:t>
            </a:r>
            <a:r>
              <a:rPr lang="ko-KR" altLang="ko-KR" sz="4600" dirty="0">
                <a:solidFill>
                  <a:srgbClr val="363D62"/>
                </a:solidFill>
                <a:latin typeface="Pretendard Black" panose="02000A03000000020004" pitchFamily="2" charset="-127"/>
                <a:ea typeface="Pretendard Black" panose="02000A03000000020004" pitchFamily="2" charset="-127"/>
                <a:cs typeface="Pretendard Black" panose="02000A03000000020004" pitchFamily="2" charset="-127"/>
              </a:rPr>
              <a:t>및</a:t>
            </a:r>
            <a:r>
              <a:rPr lang="en-US" altLang="ko-KR" sz="4600" dirty="0">
                <a:solidFill>
                  <a:srgbClr val="363D62"/>
                </a:solidFill>
                <a:latin typeface="Pretendard Black" panose="02000A03000000020004" pitchFamily="2" charset="-127"/>
                <a:ea typeface="Pretendard Black" panose="02000A03000000020004" pitchFamily="2" charset="-127"/>
                <a:cs typeface="Pretendard Black" panose="02000A03000000020004" pitchFamily="2" charset="-127"/>
              </a:rPr>
              <a:t> </a:t>
            </a:r>
            <a:r>
              <a:rPr lang="ko-KR" altLang="ko-KR" sz="4600" dirty="0">
                <a:solidFill>
                  <a:srgbClr val="363D62"/>
                </a:solidFill>
                <a:latin typeface="Pretendard Black" panose="02000A03000000020004" pitchFamily="2" charset="-127"/>
                <a:ea typeface="Pretendard Black" panose="02000A03000000020004" pitchFamily="2" charset="-127"/>
                <a:cs typeface="Pretendard Black" panose="02000A03000000020004" pitchFamily="2" charset="-127"/>
              </a:rPr>
              <a:t>무기</a:t>
            </a:r>
            <a:r>
              <a:rPr lang="en-US" altLang="ko-KR" sz="4600" dirty="0">
                <a:solidFill>
                  <a:srgbClr val="363D62"/>
                </a:solidFill>
                <a:latin typeface="Pretendard Black" panose="02000A03000000020004" pitchFamily="2" charset="-127"/>
                <a:ea typeface="Pretendard Black" panose="02000A03000000020004" pitchFamily="2" charset="-127"/>
                <a:cs typeface="Pretendard Black" panose="02000A03000000020004" pitchFamily="2" charset="-127"/>
              </a:rPr>
              <a:t> </a:t>
            </a:r>
            <a:r>
              <a:rPr lang="ko-KR" altLang="ko-KR" sz="4600" dirty="0">
                <a:solidFill>
                  <a:srgbClr val="363D62"/>
                </a:solidFill>
                <a:latin typeface="Pretendard Black" panose="02000A03000000020004" pitchFamily="2" charset="-127"/>
                <a:ea typeface="Pretendard Black" panose="02000A03000000020004" pitchFamily="2" charset="-127"/>
                <a:cs typeface="Pretendard Black" panose="02000A03000000020004" pitchFamily="2" charset="-127"/>
              </a:rPr>
              <a:t>시스템</a:t>
            </a:r>
            <a:r>
              <a:rPr lang="en-US" altLang="ko-KR" sz="4600" dirty="0">
                <a:solidFill>
                  <a:srgbClr val="363D62"/>
                </a:solidFill>
                <a:latin typeface="Pretendard Black" panose="02000A03000000020004" pitchFamily="2" charset="-127"/>
                <a:ea typeface="Pretendard Black" panose="02000A03000000020004" pitchFamily="2" charset="-127"/>
                <a:cs typeface="Pretendard Black" panose="02000A03000000020004" pitchFamily="2" charset="-127"/>
              </a:rPr>
              <a:t> </a:t>
            </a:r>
            <a:r>
              <a:rPr lang="ko-KR" altLang="ko-KR" sz="4600" dirty="0">
                <a:solidFill>
                  <a:srgbClr val="363D62"/>
                </a:solidFill>
                <a:latin typeface="Pretendard Black" panose="02000A03000000020004" pitchFamily="2" charset="-127"/>
                <a:ea typeface="Pretendard Black" panose="02000A03000000020004" pitchFamily="2" charset="-127"/>
                <a:cs typeface="Pretendard Black" panose="02000A03000000020004" pitchFamily="2" charset="-127"/>
              </a:rPr>
              <a:t>설계</a:t>
            </a:r>
            <a:endParaRPr lang="ko-KR" altLang="en-US" sz="4600" dirty="0">
              <a:solidFill>
                <a:srgbClr val="363D62"/>
              </a:solidFill>
              <a:latin typeface="Pretendard Black" panose="02000A03000000020004" pitchFamily="2" charset="-127"/>
              <a:ea typeface="Pretendard Black" panose="02000A03000000020004" pitchFamily="2" charset="-127"/>
              <a:cs typeface="Pretendard Black" panose="02000A03000000020004" pitchFamily="2" charset="-127"/>
            </a:endParaRPr>
          </a:p>
        </p:txBody>
      </p:sp>
      <p:sp>
        <p:nvSpPr>
          <p:cNvPr id="23" name="TextBox 13"/>
          <p:cNvSpPr txBox="1"/>
          <p:nvPr/>
        </p:nvSpPr>
        <p:spPr>
          <a:xfrm>
            <a:off x="1302049" y="1815465"/>
            <a:ext cx="6236335" cy="356235"/>
          </a:xfrm>
          <a:prstGeom prst="rect">
            <a:avLst/>
          </a:prstGeom>
        </p:spPr>
        <p:txBody>
          <a:bodyPr vert="horz" wrap="square" lIns="0" tIns="0" rIns="0" bIns="0" numCol="1" anchor="t">
            <a:noAutofit/>
          </a:bodyPr>
          <a:lstStyle/>
          <a:p>
            <a:pPr>
              <a:lnSpc>
                <a:spcPct val="99600"/>
              </a:lnSpc>
            </a:pPr>
            <a:r>
              <a:rPr lang="ko-KR" altLang="ko-KR" sz="2000" b="1" dirty="0">
                <a:solidFill>
                  <a:srgbClr val="363D6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마우스</a:t>
            </a:r>
            <a:r>
              <a:rPr lang="en-US" altLang="ko-KR" sz="2000" b="1" dirty="0">
                <a:solidFill>
                  <a:srgbClr val="363D6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ko-KR" sz="2000" b="1" dirty="0">
                <a:solidFill>
                  <a:srgbClr val="363D6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조작</a:t>
            </a:r>
            <a:r>
              <a:rPr lang="en-US" altLang="ko-KR" sz="2000" b="1" dirty="0">
                <a:solidFill>
                  <a:srgbClr val="363D6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+ </a:t>
            </a:r>
            <a:r>
              <a:rPr lang="ko-KR" altLang="ko-KR" sz="2000" b="1" dirty="0">
                <a:solidFill>
                  <a:srgbClr val="363D6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무기</a:t>
            </a:r>
            <a:r>
              <a:rPr lang="en-US" altLang="ko-KR" sz="2000" b="1" dirty="0">
                <a:solidFill>
                  <a:srgbClr val="363D6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ko-KR" sz="2000" b="1" dirty="0" err="1">
                <a:solidFill>
                  <a:srgbClr val="363D6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히트박스</a:t>
            </a:r>
            <a:r>
              <a:rPr lang="en-US" altLang="ko-KR" sz="2000" b="1" dirty="0">
                <a:solidFill>
                  <a:srgbClr val="363D6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ko-KR" sz="2000" b="1" dirty="0">
                <a:solidFill>
                  <a:srgbClr val="363D6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구현</a:t>
            </a:r>
            <a:endParaRPr lang="ko-KR" altLang="en-US" sz="2000" b="1" dirty="0">
              <a:solidFill>
                <a:srgbClr val="363D62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US" smtClean="0"/>
              <a:t>Luna ON PortFolio </a:t>
            </a:r>
            <a:fld id="{B6F15528-21DE-4FAA-801E-634DDDAF4B2B}" type="slidenum">
              <a:rPr lang="en-US" smtClean="0">
                <a:latin typeface="Pretendard Black" panose="02000A03000000020004" pitchFamily="2" charset="-127"/>
                <a:ea typeface="Pretendard Black" panose="02000A03000000020004" pitchFamily="2" charset="-127"/>
                <a:cs typeface="Pretendard Black" panose="02000A03000000020004" pitchFamily="2" charset="-127"/>
              </a:rPr>
              <a:pPr/>
              <a:t>14</a:t>
            </a:fld>
            <a:endParaRPr lang="en-US" dirty="0">
              <a:latin typeface="Pretendard Black" panose="02000A03000000020004" pitchFamily="2" charset="-127"/>
              <a:ea typeface="Pretendard Black" panose="02000A03000000020004" pitchFamily="2" charset="-127"/>
              <a:cs typeface="Pretendard Black" panose="02000A03000000020004" pitchFamily="2" charset="-127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4"/>
          <p:cNvPicPr>
            <a:picLocks noChangeAspect="1"/>
          </p:cNvPicPr>
          <p:nvPr/>
        </p:nvPicPr>
        <p:blipFill>
          <a:blip r:embed="rId2">
            <a:alphaModFix amt="50000"/>
          </a:blip>
          <a:stretch>
            <a:fillRect/>
          </a:stretch>
        </p:blipFill>
        <p:spPr>
          <a:xfrm rot="-10800000">
            <a:off x="-558800" y="647700"/>
            <a:ext cx="19443700" cy="63500"/>
          </a:xfrm>
          <a:prstGeom prst="rect">
            <a:avLst/>
          </a:prstGeom>
        </p:spPr>
      </p:pic>
      <p:sp>
        <p:nvSpPr>
          <p:cNvPr id="9" name="TextBox 13"/>
          <p:cNvSpPr txBox="1"/>
          <p:nvPr/>
        </p:nvSpPr>
        <p:spPr>
          <a:xfrm>
            <a:off x="9332260" y="5015454"/>
            <a:ext cx="7987983" cy="2078355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marL="342900" lvl="0" indent="-342900" algn="l">
              <a:lnSpc>
                <a:spcPct val="99600"/>
              </a:lnSpc>
              <a:buFont typeface="Arial" panose="020B0604020202020204" pitchFamily="34" charset="0"/>
              <a:buChar char="•"/>
            </a:pPr>
            <a:r>
              <a:rPr lang="en-US" sz="2000" b="1" dirty="0" smtClean="0">
                <a:solidFill>
                  <a:srgbClr val="363D6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ObjectManager, GameManager, QuestManager, PoolManager  </a:t>
            </a:r>
            <a:r>
              <a:rPr lang="ko-KR" altLang="en-US" sz="2000" b="1" dirty="0" smtClean="0">
                <a:solidFill>
                  <a:srgbClr val="363D6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등 주요 매니저들은 공통 </a:t>
            </a:r>
            <a:r>
              <a:rPr lang="ko-KR" altLang="en-US" sz="2000" b="1" dirty="0" err="1" smtClean="0">
                <a:solidFill>
                  <a:srgbClr val="363D6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싱글톤</a:t>
            </a:r>
            <a:r>
              <a:rPr lang="ko-KR" altLang="en-US" sz="2000" b="1" dirty="0" smtClean="0">
                <a:solidFill>
                  <a:srgbClr val="363D6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기반으로 관리됩니다</a:t>
            </a:r>
            <a:r>
              <a:rPr lang="en-US" altLang="ko-KR" sz="2000" b="1" dirty="0" smtClean="0">
                <a:solidFill>
                  <a:srgbClr val="363D6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.</a:t>
            </a:r>
          </a:p>
          <a:p>
            <a:pPr marL="342900" lvl="0" indent="-342900" algn="l">
              <a:lnSpc>
                <a:spcPct val="50000"/>
              </a:lnSpc>
              <a:buFont typeface="Arial" panose="020B0604020202020204" pitchFamily="34" charset="0"/>
              <a:buChar char="•"/>
            </a:pPr>
            <a:endParaRPr lang="en-US" altLang="ko-KR" sz="2000" b="1" dirty="0" smtClean="0">
              <a:solidFill>
                <a:srgbClr val="363D62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marL="342900" lvl="0" indent="-342900" algn="l">
              <a:lnSpc>
                <a:spcPct val="99600"/>
              </a:lnSpc>
              <a:buFont typeface="Arial" panose="020B0604020202020204" pitchFamily="34" charset="0"/>
              <a:buChar char="•"/>
            </a:pPr>
            <a:r>
              <a:rPr lang="en-US" sz="2000" b="1" i="0" u="none" strike="noStrike" dirty="0" smtClean="0">
                <a:solidFill>
                  <a:srgbClr val="363D6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Define.cs </a:t>
            </a:r>
            <a:r>
              <a:rPr lang="ko-KR" altLang="en-US" sz="2000" b="1" i="0" u="none" strike="noStrike" dirty="0" smtClean="0">
                <a:solidFill>
                  <a:srgbClr val="363D6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에는 프로젝트 전역에서 사용되는 상수 및 태그를 통합 관리합니다</a:t>
            </a:r>
            <a:r>
              <a:rPr lang="en-US" altLang="ko-KR" sz="2000" b="1" i="0" u="none" strike="noStrike" dirty="0" smtClean="0">
                <a:solidFill>
                  <a:srgbClr val="363D6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.</a:t>
            </a:r>
          </a:p>
          <a:p>
            <a:pPr marL="342900" lvl="0" indent="-342900" algn="l">
              <a:lnSpc>
                <a:spcPct val="50000"/>
              </a:lnSpc>
              <a:buFont typeface="Arial" panose="020B0604020202020204" pitchFamily="34" charset="0"/>
              <a:buChar char="•"/>
            </a:pPr>
            <a:endParaRPr lang="en-US" altLang="ko-KR" sz="2000" b="1" i="0" u="none" strike="noStrike" dirty="0" smtClean="0">
              <a:solidFill>
                <a:srgbClr val="363D62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marL="342900" lvl="0" indent="-342900" algn="l">
              <a:lnSpc>
                <a:spcPct val="99600"/>
              </a:lnSpc>
              <a:buFont typeface="Arial" panose="020B0604020202020204" pitchFamily="34" charset="0"/>
              <a:buChar char="•"/>
            </a:pPr>
            <a:r>
              <a:rPr lang="ko-KR" altLang="en-US" sz="2000" b="1" dirty="0" smtClean="0">
                <a:solidFill>
                  <a:srgbClr val="363D6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이 구조는 반복 사용되는 기능을 일관되게 관리하고 유지보수성을 향상시키기 위해 설계되었습니다</a:t>
            </a:r>
            <a:r>
              <a:rPr lang="en-US" altLang="ko-KR" sz="2000" b="1" dirty="0" smtClean="0">
                <a:solidFill>
                  <a:srgbClr val="363D6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.</a:t>
            </a:r>
            <a:endParaRPr lang="en-US" sz="2000" b="1" i="0" u="none" strike="noStrike" dirty="0">
              <a:solidFill>
                <a:srgbClr val="363D62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grpSp>
        <p:nvGrpSpPr>
          <p:cNvPr id="10" name="그룹 9"/>
          <p:cNvGrpSpPr/>
          <p:nvPr/>
        </p:nvGrpSpPr>
        <p:grpSpPr>
          <a:xfrm>
            <a:off x="9336404" y="7112859"/>
            <a:ext cx="7983839" cy="2234707"/>
            <a:chOff x="9336404" y="7299960"/>
            <a:chExt cx="7983839" cy="2234707"/>
          </a:xfrm>
        </p:grpSpPr>
        <p:pic>
          <p:nvPicPr>
            <p:cNvPr id="13" name="Picture 35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9336405" y="7299960"/>
              <a:ext cx="645796" cy="622300"/>
            </a:xfrm>
            <a:prstGeom prst="rect">
              <a:avLst/>
            </a:prstGeom>
          </p:spPr>
        </p:pic>
        <p:sp>
          <p:nvSpPr>
            <p:cNvPr id="14" name="TextBox 36"/>
            <p:cNvSpPr txBox="1"/>
            <p:nvPr/>
          </p:nvSpPr>
          <p:spPr>
            <a:xfrm>
              <a:off x="10135235" y="7446010"/>
              <a:ext cx="4331106" cy="419735"/>
            </a:xfrm>
            <a:prstGeom prst="rect">
              <a:avLst/>
            </a:prstGeom>
          </p:spPr>
          <p:txBody>
            <a:bodyPr vert="horz" wrap="square" lIns="0" tIns="0" rIns="0" bIns="0" numCol="1" anchor="t">
              <a:noAutofit/>
            </a:bodyPr>
            <a:lstStyle/>
            <a:p>
              <a:pPr marL="0" indent="0" algn="l">
                <a:lnSpc>
                  <a:spcPct val="99600"/>
                </a:lnSpc>
                <a:buFontTx/>
                <a:buNone/>
              </a:pPr>
              <a:r>
                <a:rPr lang="en-US" sz="2400" b="0" i="0" strike="noStrike" dirty="0">
                  <a:solidFill>
                    <a:srgbClr val="363D62"/>
                  </a:solidFill>
                  <a:latin typeface="Pretendard Black" panose="02000A03000000020004" pitchFamily="2" charset="-127"/>
                  <a:ea typeface="Pretendard Black" panose="02000A03000000020004" pitchFamily="2" charset="-127"/>
                  <a:cs typeface="Pretendard Black" panose="02000A03000000020004" pitchFamily="2" charset="-127"/>
                </a:rPr>
                <a:t> </a:t>
              </a:r>
              <a:r>
                <a:rPr lang="ko-KR" sz="2400" b="0" i="0" strike="noStrike" dirty="0">
                  <a:solidFill>
                    <a:srgbClr val="363D62"/>
                  </a:solidFill>
                  <a:latin typeface="Pretendard Black" panose="02000A03000000020004" pitchFamily="2" charset="-127"/>
                  <a:ea typeface="Pretendard Black" panose="02000A03000000020004" pitchFamily="2" charset="-127"/>
                  <a:cs typeface="Pretendard Black" panose="02000A03000000020004" pitchFamily="2" charset="-127"/>
                </a:rPr>
                <a:t>구현</a:t>
              </a:r>
              <a:r>
                <a:rPr lang="en-US" sz="2400" b="0" i="0" strike="noStrike" dirty="0">
                  <a:solidFill>
                    <a:srgbClr val="363D62"/>
                  </a:solidFill>
                  <a:latin typeface="Pretendard Black" panose="02000A03000000020004" pitchFamily="2" charset="-127"/>
                  <a:ea typeface="Pretendard Black" panose="02000A03000000020004" pitchFamily="2" charset="-127"/>
                  <a:cs typeface="Pretendard Black" panose="02000A03000000020004" pitchFamily="2" charset="-127"/>
                </a:rPr>
                <a:t> </a:t>
              </a:r>
              <a:r>
                <a:rPr lang="ko-KR" sz="2400" b="0" i="0" strike="noStrike" dirty="0">
                  <a:solidFill>
                    <a:srgbClr val="363D62"/>
                  </a:solidFill>
                  <a:latin typeface="Pretendard Black" panose="02000A03000000020004" pitchFamily="2" charset="-127"/>
                  <a:ea typeface="Pretendard Black" panose="02000A03000000020004" pitchFamily="2" charset="-127"/>
                  <a:cs typeface="Pretendard Black" panose="02000A03000000020004" pitchFamily="2" charset="-127"/>
                </a:rPr>
                <a:t>포인트</a:t>
              </a:r>
              <a:r>
                <a:rPr lang="en-US" sz="2400" b="0" i="0" strike="noStrike" dirty="0">
                  <a:solidFill>
                    <a:srgbClr val="363D62"/>
                  </a:solidFill>
                  <a:latin typeface="Pretendard Black" panose="02000A03000000020004" pitchFamily="2" charset="-127"/>
                  <a:ea typeface="Pretendard Black" panose="02000A03000000020004" pitchFamily="2" charset="-127"/>
                  <a:cs typeface="Pretendard Black" panose="02000A03000000020004" pitchFamily="2" charset="-127"/>
                </a:rPr>
                <a:t> </a:t>
              </a:r>
              <a:r>
                <a:rPr lang="ko-KR" sz="2400" b="0" i="0" strike="noStrike" dirty="0">
                  <a:solidFill>
                    <a:srgbClr val="363D62"/>
                  </a:solidFill>
                  <a:latin typeface="Pretendard Black" panose="02000A03000000020004" pitchFamily="2" charset="-127"/>
                  <a:ea typeface="Pretendard Black" panose="02000A03000000020004" pitchFamily="2" charset="-127"/>
                  <a:cs typeface="Pretendard Black" panose="02000A03000000020004" pitchFamily="2" charset="-127"/>
                </a:rPr>
                <a:t>요약</a:t>
              </a:r>
              <a:endParaRPr lang="ko-KR" altLang="en-US" sz="2400" b="0" i="0" strike="noStrike" dirty="0">
                <a:solidFill>
                  <a:srgbClr val="363D62"/>
                </a:solidFill>
                <a:latin typeface="Pretendard Black" panose="02000A03000000020004" pitchFamily="2" charset="-127"/>
                <a:ea typeface="Pretendard Black" panose="02000A03000000020004" pitchFamily="2" charset="-127"/>
                <a:cs typeface="Pretendard Black" panose="02000A03000000020004" pitchFamily="2" charset="-127"/>
              </a:endParaRPr>
            </a:p>
          </p:txBody>
        </p:sp>
        <p:sp>
          <p:nvSpPr>
            <p:cNvPr id="15" name="TextBox 37"/>
            <p:cNvSpPr txBox="1"/>
            <p:nvPr/>
          </p:nvSpPr>
          <p:spPr>
            <a:xfrm>
              <a:off x="9336404" y="7941310"/>
              <a:ext cx="7983839" cy="1593357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marL="342900" lvl="0" indent="-342900" algn="l">
                <a:lnSpc>
                  <a:spcPct val="150000"/>
                </a:lnSpc>
                <a:buClr>
                  <a:srgbClr val="363D62"/>
                </a:buClr>
                <a:buFont typeface="Arial"/>
                <a:buChar char="●"/>
              </a:pPr>
              <a:r>
                <a:rPr lang="en-US" altLang="ko-KR" sz="1800" b="1" i="0" u="none" strike="noStrike" dirty="0" smtClean="0">
                  <a:solidFill>
                    <a:srgbClr val="363D62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Singleton </a:t>
              </a:r>
              <a:r>
                <a:rPr lang="ko-KR" altLang="en-US" sz="1800" b="1" i="0" u="none" strike="noStrike" dirty="0" smtClean="0">
                  <a:solidFill>
                    <a:srgbClr val="363D62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패턴을 통해 전역 접근성 보장 </a:t>
              </a:r>
              <a:r>
                <a:rPr lang="en-US" altLang="ko-KR" sz="1800" b="1" i="0" u="none" strike="noStrike" dirty="0" smtClean="0">
                  <a:solidFill>
                    <a:srgbClr val="363D62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+ </a:t>
              </a:r>
              <a:r>
                <a:rPr lang="ko-KR" altLang="en-US" sz="1800" b="1" i="0" u="none" strike="noStrike" dirty="0" smtClean="0">
                  <a:solidFill>
                    <a:srgbClr val="363D62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중복 생성 방지</a:t>
              </a:r>
              <a:endParaRPr lang="ko-KR" sz="1800" b="1" i="0" u="none" strike="noStrike" dirty="0">
                <a:solidFill>
                  <a:srgbClr val="363D6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endParaRPr>
            </a:p>
            <a:p>
              <a:pPr marL="342900" lvl="0" indent="-342900" algn="l">
                <a:lnSpc>
                  <a:spcPct val="150000"/>
                </a:lnSpc>
                <a:buClr>
                  <a:srgbClr val="363D62"/>
                </a:buClr>
                <a:buFont typeface="Arial"/>
                <a:buChar char="●"/>
              </a:pPr>
              <a:r>
                <a:rPr lang="en-US" altLang="ko-KR" b="1" dirty="0" smtClean="0">
                  <a:solidFill>
                    <a:srgbClr val="363D62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Deinfe.cs</a:t>
              </a:r>
              <a:r>
                <a:rPr lang="ko-KR" altLang="en-US" b="1" dirty="0" smtClean="0">
                  <a:solidFill>
                    <a:srgbClr val="363D62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로 </a:t>
              </a:r>
              <a:r>
                <a:rPr lang="ko-KR" altLang="en-US" b="1" dirty="0" err="1" smtClean="0">
                  <a:solidFill>
                    <a:srgbClr val="363D62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상수값</a:t>
              </a:r>
              <a:r>
                <a:rPr lang="en-US" altLang="ko-KR" b="1" dirty="0" smtClean="0">
                  <a:solidFill>
                    <a:srgbClr val="363D62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/</a:t>
              </a:r>
              <a:r>
                <a:rPr lang="ko-KR" altLang="en-US" b="1" dirty="0" err="1" smtClean="0">
                  <a:solidFill>
                    <a:srgbClr val="363D62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애니메이터</a:t>
              </a:r>
              <a:r>
                <a:rPr lang="ko-KR" altLang="en-US" b="1" dirty="0" smtClean="0">
                  <a:solidFill>
                    <a:srgbClr val="363D62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 </a:t>
              </a:r>
              <a:r>
                <a:rPr lang="ko-KR" altLang="en-US" b="1" dirty="0" err="1" smtClean="0">
                  <a:solidFill>
                    <a:srgbClr val="363D62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파라미터</a:t>
              </a:r>
              <a:r>
                <a:rPr lang="ko-KR" altLang="en-US" b="1" dirty="0" smtClean="0">
                  <a:solidFill>
                    <a:srgbClr val="363D62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 관리 → 오타 방지 및 유지보수 용이</a:t>
              </a:r>
              <a:endParaRPr lang="ko-KR" sz="1800" b="1" i="0" u="none" strike="noStrike" dirty="0">
                <a:solidFill>
                  <a:srgbClr val="363D6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endParaRPr>
            </a:p>
            <a:p>
              <a:pPr marL="342900" lvl="0" indent="-342900" algn="l">
                <a:lnSpc>
                  <a:spcPct val="150000"/>
                </a:lnSpc>
                <a:buClr>
                  <a:srgbClr val="363D62"/>
                </a:buClr>
                <a:buFont typeface="Arial"/>
                <a:buChar char="●"/>
              </a:pPr>
              <a:r>
                <a:rPr lang="ko-KR" altLang="en-US" sz="1800" b="1" i="0" u="none" strike="noStrike" dirty="0" smtClean="0">
                  <a:solidFill>
                    <a:srgbClr val="363D62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프로젝트 확장 시</a:t>
              </a:r>
              <a:r>
                <a:rPr lang="en-US" altLang="ko-KR" sz="1800" b="1" i="0" u="none" strike="noStrike" dirty="0" smtClean="0">
                  <a:solidFill>
                    <a:srgbClr val="363D62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, </a:t>
              </a:r>
              <a:r>
                <a:rPr lang="ko-KR" altLang="en-US" sz="1800" b="1" i="0" u="none" strike="noStrike" dirty="0" smtClean="0">
                  <a:solidFill>
                    <a:srgbClr val="363D62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새로운 매니저도 같은 방식으로 간편하게 추가 가능</a:t>
              </a:r>
              <a:endParaRPr lang="ko-KR" sz="1800" b="1" i="0" u="none" strike="noStrike" dirty="0">
                <a:solidFill>
                  <a:srgbClr val="363D6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endParaRPr>
            </a:p>
            <a:p>
              <a:pPr marL="342900" lvl="0" indent="-342900" algn="l">
                <a:lnSpc>
                  <a:spcPct val="150000"/>
                </a:lnSpc>
                <a:buClr>
                  <a:srgbClr val="363D62"/>
                </a:buClr>
                <a:buFont typeface="Arial"/>
                <a:buChar char="●"/>
              </a:pPr>
              <a:r>
                <a:rPr lang="ko-KR" altLang="en-US" sz="1800" b="1" i="0" u="none" strike="noStrike" dirty="0" smtClean="0">
                  <a:solidFill>
                    <a:srgbClr val="363D62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인스턴스 호출 명확하게 </a:t>
              </a:r>
              <a:r>
                <a:rPr lang="ko-KR" altLang="en-US" sz="1800" b="1" i="0" u="none" strike="noStrike" dirty="0" err="1" smtClean="0">
                  <a:solidFill>
                    <a:srgbClr val="363D62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일관화</a:t>
              </a:r>
              <a:r>
                <a:rPr lang="ko-KR" altLang="en-US" sz="1800" b="1" i="0" u="none" strike="noStrike" dirty="0" smtClean="0">
                  <a:solidFill>
                    <a:srgbClr val="363D62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 가능</a:t>
              </a:r>
              <a:endParaRPr lang="ko-KR" sz="1800" b="1" i="0" u="none" strike="noStrike" dirty="0">
                <a:solidFill>
                  <a:srgbClr val="363D6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endParaRPr>
            </a:p>
          </p:txBody>
        </p:sp>
      </p:grpSp>
      <p:pic>
        <p:nvPicPr>
          <p:cNvPr id="16" name="그림 1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90918" y="2755153"/>
            <a:ext cx="7700682" cy="6577226"/>
          </a:xfrm>
          <a:prstGeom prst="rect">
            <a:avLst/>
          </a:prstGeom>
        </p:spPr>
      </p:pic>
      <p:pic>
        <p:nvPicPr>
          <p:cNvPr id="17" name="그림 1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32261" y="2755153"/>
            <a:ext cx="7736540" cy="213360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1302049" y="2435677"/>
            <a:ext cx="1316386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500" b="1" dirty="0" smtClean="0">
                <a:solidFill>
                  <a:srgbClr val="363D6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Singleton.cs</a:t>
            </a:r>
            <a:endParaRPr lang="ko-KR" altLang="en-US" sz="1500" b="1" dirty="0">
              <a:solidFill>
                <a:srgbClr val="363D62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9336404" y="2438532"/>
            <a:ext cx="1043876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500" b="1" dirty="0" smtClean="0">
                <a:solidFill>
                  <a:srgbClr val="363D6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Define.cs</a:t>
            </a:r>
            <a:endParaRPr lang="ko-KR" altLang="en-US" sz="1500" b="1" dirty="0">
              <a:solidFill>
                <a:srgbClr val="363D62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23" name="TextBox 3"/>
          <p:cNvSpPr txBox="1"/>
          <p:nvPr/>
        </p:nvSpPr>
        <p:spPr>
          <a:xfrm>
            <a:off x="1308100" y="215898"/>
            <a:ext cx="407035" cy="229235"/>
          </a:xfrm>
          <a:prstGeom prst="rect">
            <a:avLst/>
          </a:prstGeom>
        </p:spPr>
        <p:txBody>
          <a:bodyPr vert="horz" wrap="square" lIns="0" tIns="0" rIns="0" bIns="0" numCol="1" anchor="ctr">
            <a:noAutofit/>
          </a:bodyPr>
          <a:lstStyle/>
          <a:p>
            <a:pPr marL="0" indent="0" algn="ctr">
              <a:lnSpc>
                <a:spcPct val="99600"/>
              </a:lnSpc>
              <a:buFontTx/>
              <a:buNone/>
            </a:pPr>
            <a:r>
              <a:rPr lang="en-US" sz="2000" b="0" i="0" strike="noStrike" dirty="0" smtClean="0">
                <a:solidFill>
                  <a:srgbClr val="363D62"/>
                </a:solidFill>
                <a:latin typeface="Pretendard Black" panose="02000A03000000020004" pitchFamily="2" charset="-127"/>
                <a:ea typeface="Pretendard Black" panose="02000A03000000020004" pitchFamily="2" charset="-127"/>
                <a:cs typeface="Pretendard Black" panose="02000A03000000020004" pitchFamily="2" charset="-127"/>
              </a:rPr>
              <a:t>03</a:t>
            </a:r>
            <a:endParaRPr lang="ko-KR" altLang="en-US" sz="2000" b="0" i="0" strike="noStrike" dirty="0">
              <a:solidFill>
                <a:srgbClr val="363D62"/>
              </a:solidFill>
              <a:latin typeface="Pretendard Black" panose="02000A03000000020004" pitchFamily="2" charset="-127"/>
              <a:ea typeface="Pretendard Black" panose="02000A03000000020004" pitchFamily="2" charset="-127"/>
              <a:cs typeface="Pretendard Black" panose="02000A03000000020004" pitchFamily="2" charset="-127"/>
            </a:endParaRPr>
          </a:p>
        </p:txBody>
      </p:sp>
      <p:sp>
        <p:nvSpPr>
          <p:cNvPr id="24" name="TextBox 7"/>
          <p:cNvSpPr txBox="1">
            <a:spLocks/>
          </p:cNvSpPr>
          <p:nvPr/>
        </p:nvSpPr>
        <p:spPr>
          <a:xfrm>
            <a:off x="7426325" y="25400"/>
            <a:ext cx="3473450" cy="622300"/>
          </a:xfrm>
          <a:prstGeom prst="rect">
            <a:avLst/>
          </a:prstGeom>
        </p:spPr>
        <p:txBody>
          <a:bodyPr vert="horz" wrap="square" lIns="0" tIns="0" rIns="0" bIns="0" numCol="1" anchor="ctr">
            <a:noAutofit/>
          </a:bodyPr>
          <a:lstStyle/>
          <a:p>
            <a:pPr marL="0" indent="0" algn="ctr">
              <a:lnSpc>
                <a:spcPct val="99600"/>
              </a:lnSpc>
              <a:buFontTx/>
              <a:buNone/>
            </a:pPr>
            <a:r>
              <a:rPr lang="ko-KR" altLang="en-US" sz="3000" b="1" i="0" strike="noStrike" dirty="0" smtClean="0">
                <a:solidFill>
                  <a:srgbClr val="363D62"/>
                </a:solidFill>
                <a:latin typeface="Pretendard Black" panose="02000A03000000020004" pitchFamily="2" charset="-127"/>
                <a:ea typeface="Pretendard Black" panose="02000A03000000020004" pitchFamily="2" charset="-127"/>
                <a:cs typeface="Pretendard Black" panose="02000A03000000020004" pitchFamily="2" charset="-127"/>
              </a:rPr>
              <a:t>기능 구현</a:t>
            </a:r>
            <a:endParaRPr lang="ko-KR" altLang="en-US" sz="3000" b="1" i="0" strike="noStrike" dirty="0">
              <a:solidFill>
                <a:srgbClr val="363D62"/>
              </a:solidFill>
              <a:latin typeface="Pretendard Black" panose="02000A03000000020004" pitchFamily="2" charset="-127"/>
              <a:ea typeface="Pretendard Black" panose="02000A03000000020004" pitchFamily="2" charset="-127"/>
              <a:cs typeface="Pretendard Black" panose="02000A03000000020004" pitchFamily="2" charset="-127"/>
            </a:endParaRPr>
          </a:p>
        </p:txBody>
      </p:sp>
      <p:sp>
        <p:nvSpPr>
          <p:cNvPr id="25" name="TextBox 12"/>
          <p:cNvSpPr txBox="1"/>
          <p:nvPr/>
        </p:nvSpPr>
        <p:spPr>
          <a:xfrm>
            <a:off x="1302049" y="1142999"/>
            <a:ext cx="8680151" cy="826135"/>
          </a:xfrm>
          <a:prstGeom prst="rect">
            <a:avLst/>
          </a:prstGeom>
        </p:spPr>
        <p:txBody>
          <a:bodyPr vert="horz" wrap="square" lIns="0" tIns="0" rIns="0" bIns="0" numCol="1" anchor="t">
            <a:noAutofit/>
          </a:bodyPr>
          <a:lstStyle/>
          <a:p>
            <a:pPr>
              <a:lnSpc>
                <a:spcPct val="99600"/>
              </a:lnSpc>
            </a:pPr>
            <a:r>
              <a:rPr lang="ko-KR" altLang="ko-KR" sz="4600" dirty="0">
                <a:solidFill>
                  <a:srgbClr val="363D62"/>
                </a:solidFill>
                <a:latin typeface="Pretendard Black" panose="02000A03000000020004" pitchFamily="2" charset="-127"/>
                <a:ea typeface="Pretendard Black" panose="02000A03000000020004" pitchFamily="2" charset="-127"/>
                <a:cs typeface="Pretendard Black" panose="02000A03000000020004" pitchFamily="2" charset="-127"/>
              </a:rPr>
              <a:t>공통</a:t>
            </a:r>
            <a:r>
              <a:rPr lang="en-US" altLang="ko-KR" sz="4600" dirty="0">
                <a:solidFill>
                  <a:srgbClr val="363D62"/>
                </a:solidFill>
                <a:latin typeface="Pretendard Black" panose="02000A03000000020004" pitchFamily="2" charset="-127"/>
                <a:ea typeface="Pretendard Black" panose="02000A03000000020004" pitchFamily="2" charset="-127"/>
                <a:cs typeface="Pretendard Black" panose="02000A03000000020004" pitchFamily="2" charset="-127"/>
              </a:rPr>
              <a:t> </a:t>
            </a:r>
            <a:r>
              <a:rPr lang="ko-KR" altLang="ko-KR" sz="4600" dirty="0">
                <a:solidFill>
                  <a:srgbClr val="363D62"/>
                </a:solidFill>
                <a:latin typeface="Pretendard Black" panose="02000A03000000020004" pitchFamily="2" charset="-127"/>
                <a:ea typeface="Pretendard Black" panose="02000A03000000020004" pitchFamily="2" charset="-127"/>
                <a:cs typeface="Pretendard Black" panose="02000A03000000020004" pitchFamily="2" charset="-127"/>
              </a:rPr>
              <a:t>유틸</a:t>
            </a:r>
            <a:r>
              <a:rPr lang="ko-KR" altLang="en-US" sz="4600" dirty="0">
                <a:solidFill>
                  <a:srgbClr val="363D62"/>
                </a:solidFill>
                <a:latin typeface="Pretendard Black" panose="02000A03000000020004" pitchFamily="2" charset="-127"/>
                <a:ea typeface="Pretendard Black" panose="02000A03000000020004" pitchFamily="2" charset="-127"/>
                <a:cs typeface="Pretendard Black" panose="02000A03000000020004" pitchFamily="2" charset="-127"/>
              </a:rPr>
              <a:t>리티</a:t>
            </a:r>
            <a:r>
              <a:rPr lang="en-US" altLang="ko-KR" sz="4600" dirty="0">
                <a:solidFill>
                  <a:srgbClr val="363D62"/>
                </a:solidFill>
                <a:latin typeface="Pretendard Black" panose="02000A03000000020004" pitchFamily="2" charset="-127"/>
                <a:ea typeface="Pretendard Black" panose="02000A03000000020004" pitchFamily="2" charset="-127"/>
                <a:cs typeface="Pretendard Black" panose="02000A03000000020004" pitchFamily="2" charset="-127"/>
              </a:rPr>
              <a:t> / </a:t>
            </a:r>
            <a:r>
              <a:rPr lang="ko-KR" altLang="en-US" sz="4600" dirty="0" err="1">
                <a:solidFill>
                  <a:srgbClr val="363D62"/>
                </a:solidFill>
                <a:latin typeface="Pretendard Black" panose="02000A03000000020004" pitchFamily="2" charset="-127"/>
                <a:ea typeface="Pretendard Black" panose="02000A03000000020004" pitchFamily="2" charset="-127"/>
                <a:cs typeface="Pretendard Black" panose="02000A03000000020004" pitchFamily="2" charset="-127"/>
              </a:rPr>
              <a:t>싱글톤</a:t>
            </a:r>
            <a:r>
              <a:rPr lang="ko-KR" altLang="en-US" sz="4600" dirty="0">
                <a:solidFill>
                  <a:srgbClr val="363D62"/>
                </a:solidFill>
                <a:latin typeface="Pretendard Black" panose="02000A03000000020004" pitchFamily="2" charset="-127"/>
                <a:ea typeface="Pretendard Black" panose="02000A03000000020004" pitchFamily="2" charset="-127"/>
                <a:cs typeface="Pretendard Black" panose="02000A03000000020004" pitchFamily="2" charset="-127"/>
              </a:rPr>
              <a:t> 설계 구조</a:t>
            </a:r>
          </a:p>
        </p:txBody>
      </p:sp>
      <p:sp>
        <p:nvSpPr>
          <p:cNvPr id="26" name="TextBox 13"/>
          <p:cNvSpPr txBox="1"/>
          <p:nvPr/>
        </p:nvSpPr>
        <p:spPr>
          <a:xfrm>
            <a:off x="1302049" y="1815465"/>
            <a:ext cx="6236335" cy="356235"/>
          </a:xfrm>
          <a:prstGeom prst="rect">
            <a:avLst/>
          </a:prstGeom>
        </p:spPr>
        <p:txBody>
          <a:bodyPr vert="horz" wrap="square" lIns="0" tIns="0" rIns="0" bIns="0" numCol="1" anchor="t">
            <a:noAutofit/>
          </a:bodyPr>
          <a:lstStyle/>
          <a:p>
            <a:pPr>
              <a:lnSpc>
                <a:spcPct val="99600"/>
              </a:lnSpc>
            </a:pPr>
            <a:r>
              <a:rPr lang="ko-KR" altLang="en-US" sz="2000" b="1" dirty="0">
                <a:solidFill>
                  <a:srgbClr val="363D6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최적화를 위한 구조 구현</a:t>
            </a:r>
          </a:p>
        </p:txBody>
      </p:sp>
      <p:sp>
        <p:nvSpPr>
          <p:cNvPr id="18" name="슬라이드 번호 개체 틀 17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US" smtClean="0"/>
              <a:t>Luna ON PortFolio </a:t>
            </a:r>
            <a:fld id="{B6F15528-21DE-4FAA-801E-634DDDAF4B2B}" type="slidenum">
              <a:rPr lang="en-US" smtClean="0">
                <a:latin typeface="Pretendard Black" panose="02000A03000000020004" pitchFamily="2" charset="-127"/>
                <a:ea typeface="Pretendard Black" panose="02000A03000000020004" pitchFamily="2" charset="-127"/>
                <a:cs typeface="Pretendard Black" panose="02000A03000000020004" pitchFamily="2" charset="-127"/>
              </a:rPr>
              <a:pPr/>
              <a:t>15</a:t>
            </a:fld>
            <a:endParaRPr lang="en-US" dirty="0">
              <a:latin typeface="Pretendard Black" panose="02000A03000000020004" pitchFamily="2" charset="-127"/>
              <a:ea typeface="Pretendard Black" panose="02000A03000000020004" pitchFamily="2" charset="-127"/>
              <a:cs typeface="Pretendard Black" panose="02000A03000000020004" pitchFamily="2" charset="-127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>
            <a:alphaModFix amt="13000"/>
          </a:blip>
          <a:stretch>
            <a:fillRect/>
          </a:stretch>
        </p:blipFill>
        <p:spPr>
          <a:xfrm rot="-420000">
            <a:off x="-63500" y="6299200"/>
            <a:ext cx="15836900" cy="122047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>
            <a:alphaModFix amt="43000"/>
          </a:blip>
          <a:stretch>
            <a:fillRect/>
          </a:stretch>
        </p:blipFill>
        <p:spPr>
          <a:xfrm rot="-420000">
            <a:off x="12179300" y="1574800"/>
            <a:ext cx="12903200" cy="98552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>
            <a:alphaModFix amt="10000"/>
          </a:blip>
          <a:stretch>
            <a:fillRect/>
          </a:stretch>
        </p:blipFill>
        <p:spPr>
          <a:xfrm rot="-420000">
            <a:off x="-9093200" y="-4152900"/>
            <a:ext cx="15011400" cy="11468100"/>
          </a:xfrm>
          <a:prstGeom prst="rect">
            <a:avLst/>
          </a:prstGeom>
        </p:spPr>
      </p:pic>
      <p:sp>
        <p:nvSpPr>
          <p:cNvPr id="5" name="TextBox 5"/>
          <p:cNvSpPr txBox="1"/>
          <p:nvPr/>
        </p:nvSpPr>
        <p:spPr>
          <a:xfrm>
            <a:off x="3213100" y="3721100"/>
            <a:ext cx="11786235" cy="1943735"/>
          </a:xfrm>
          <a:prstGeom prst="rect">
            <a:avLst/>
          </a:prstGeom>
        </p:spPr>
        <p:txBody>
          <a:bodyPr vert="horz" wrap="square" lIns="0" tIns="0" rIns="0" bIns="0" numCol="1" anchor="ctr">
            <a:noAutofit/>
          </a:bodyPr>
          <a:lstStyle/>
          <a:p>
            <a:pPr marL="0" indent="0" algn="ctr">
              <a:lnSpc>
                <a:spcPct val="99600"/>
              </a:lnSpc>
              <a:buFontTx/>
              <a:buNone/>
            </a:pPr>
            <a:r>
              <a:rPr lang="en-US" sz="10000" b="0" i="0" strike="noStrike" spc="100" dirty="0">
                <a:solidFill>
                  <a:srgbClr val="363D62"/>
                </a:solidFill>
                <a:latin typeface="Pretendard Black" panose="02000A03000000020004" pitchFamily="2" charset="-127"/>
                <a:ea typeface="Pretendard Black" panose="02000A03000000020004" pitchFamily="2" charset="-127"/>
                <a:cs typeface="Pretendard Black" panose="02000A03000000020004" pitchFamily="2" charset="-127"/>
              </a:rPr>
              <a:t>THANK YOU</a:t>
            </a:r>
            <a:endParaRPr lang="ko-KR" altLang="en-US" sz="10000" b="0" i="0" strike="noStrike" dirty="0">
              <a:solidFill>
                <a:srgbClr val="363D62"/>
              </a:solidFill>
              <a:latin typeface="Pretendard Black" panose="02000A03000000020004" pitchFamily="2" charset="-127"/>
              <a:ea typeface="Pretendard Black" panose="02000A03000000020004" pitchFamily="2" charset="-127"/>
              <a:cs typeface="Pretendard Black" panose="02000A03000000020004" pitchFamily="2" charset="-127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7035800" y="5829300"/>
            <a:ext cx="4153535" cy="610235"/>
          </a:xfrm>
          <a:prstGeom prst="rect">
            <a:avLst/>
          </a:prstGeom>
        </p:spPr>
        <p:txBody>
          <a:bodyPr vert="horz" wrap="square" lIns="0" tIns="0" rIns="0" bIns="0" numCol="1" anchor="ctr">
            <a:noAutofit/>
          </a:bodyPr>
          <a:lstStyle/>
          <a:p>
            <a:pPr marL="0" indent="0" algn="ctr">
              <a:lnSpc>
                <a:spcPct val="120350"/>
              </a:lnSpc>
              <a:buFontTx/>
              <a:buNone/>
            </a:pPr>
            <a:r>
              <a:rPr lang="ko-KR" altLang="en-US" sz="2500" b="1" dirty="0">
                <a:solidFill>
                  <a:srgbClr val="363D62">
                    <a:alpha val="84780"/>
                  </a:srgb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게임 개발자 </a:t>
            </a:r>
            <a:r>
              <a:rPr lang="ko-KR" altLang="en-US" sz="2500" b="1" dirty="0" err="1">
                <a:solidFill>
                  <a:srgbClr val="363D62">
                    <a:alpha val="84780"/>
                  </a:srgb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유예원</a:t>
            </a:r>
            <a:endParaRPr lang="ko-KR" altLang="en-US" sz="2500" b="1" dirty="0">
              <a:solidFill>
                <a:srgbClr val="363D62">
                  <a:alpha val="84780"/>
                </a:srgb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marL="0" indent="0" algn="ctr">
              <a:lnSpc>
                <a:spcPct val="120350"/>
              </a:lnSpc>
              <a:buFontTx/>
              <a:buNone/>
            </a:pPr>
            <a:r>
              <a:rPr lang="en-US" altLang="ko-KR" sz="2500" b="1" i="0" strike="noStrike" dirty="0">
                <a:solidFill>
                  <a:srgbClr val="363D62">
                    <a:alpha val="84780"/>
                  </a:srgb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LUNA ON </a:t>
            </a:r>
            <a:r>
              <a:rPr lang="ko-KR" sz="2500" b="1" i="0" strike="noStrike" dirty="0">
                <a:solidFill>
                  <a:srgbClr val="363D62">
                    <a:alpha val="84780"/>
                  </a:srgb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포트폴리오</a:t>
            </a:r>
            <a:endParaRPr lang="ko-KR" altLang="en-US" sz="2500" b="1" i="0" strike="noStrike" dirty="0">
              <a:solidFill>
                <a:srgbClr val="363D62">
                  <a:alpha val="84780"/>
                </a:srgb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Pages>16</Pages>
  <Words>908</Words>
  <Characters>0</Characters>
  <Application>Microsoft Office PowerPoint</Application>
  <DocSecurity>0</DocSecurity>
  <PresentationFormat>사용자 지정</PresentationFormat>
  <Lines>0</Lines>
  <Paragraphs>176</Paragraphs>
  <Slides>16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16</vt:i4>
      </vt:variant>
    </vt:vector>
  </HeadingPairs>
  <TitlesOfParts>
    <vt:vector size="22" baseType="lpstr">
      <vt:lpstr>Pretendard</vt:lpstr>
      <vt:lpstr>Arial</vt:lpstr>
      <vt:lpstr>맑은 고딕</vt:lpstr>
      <vt:lpstr>Pretendard Black</vt:lpstr>
      <vt:lpstr>Gmarket Sans Bold</vt:lpstr>
      <vt:lpstr>디자인 사용자 지정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CharactersWithSpaces>0</CharactersWithSpaces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modified xsi:type="dcterms:W3CDTF">2025-06-18T06:39:15Z</dcterms:modified>
  <cp:version/>
</cp:coreProperties>
</file>